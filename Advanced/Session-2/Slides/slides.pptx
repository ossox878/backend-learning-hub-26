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Nunito"/>
      <p:regular r:id="rId63"/>
      <p:bold r:id="rId64"/>
      <p:italic r:id="rId65"/>
      <p:boldItalic r:id="rId66"/>
    </p:embeddedFont>
    <p:embeddedFont>
      <p:font typeface="Anaheim"/>
      <p:regular r:id="rId67"/>
      <p:bold r:id="rId68"/>
    </p:embeddedFont>
    <p:embeddedFont>
      <p:font typeface="Crimson Text SemiBold"/>
      <p:regular r:id="rId69"/>
      <p:bold r:id="rId70"/>
      <p:italic r:id="rId71"/>
      <p:boldItalic r:id="rId72"/>
    </p:embeddedFont>
    <p:embeddedFont>
      <p:font typeface="Bitter"/>
      <p:regular r:id="rId73"/>
      <p:bold r:id="rId74"/>
      <p:italic r:id="rId75"/>
      <p:boldItalic r:id="rId76"/>
    </p:embeddedFont>
    <p:embeddedFont>
      <p:font typeface="Roboto Mono"/>
      <p:regular r:id="rId77"/>
      <p:bold r:id="rId78"/>
      <p:italic r:id="rId79"/>
      <p:boldItalic r:id="rId80"/>
    </p:embeddedFont>
    <p:embeddedFont>
      <p:font typeface="DM Sans"/>
      <p:regular r:id="rId81"/>
      <p:bold r:id="rId82"/>
      <p:italic r:id="rId83"/>
      <p:boldItalic r:id="rId84"/>
    </p:embeddedFont>
    <p:embeddedFont>
      <p:font typeface="Crimson Text"/>
      <p:regular r:id="rId85"/>
      <p:bold r:id="rId86"/>
      <p:italic r:id="rId87"/>
      <p:boldItalic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664291-4944-44C8-A276-B71662683C48}">
  <a:tblStyle styleId="{AF664291-4944-44C8-A276-B71662683C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DMSans-boldItalic.fntdata"/><Relationship Id="rId83" Type="http://schemas.openxmlformats.org/officeDocument/2006/relationships/font" Target="fonts/DMSans-italic.fntdata"/><Relationship Id="rId42" Type="http://schemas.openxmlformats.org/officeDocument/2006/relationships/slide" Target="slides/slide36.xml"/><Relationship Id="rId86" Type="http://schemas.openxmlformats.org/officeDocument/2006/relationships/font" Target="fonts/CrimsonText-bold.fntdata"/><Relationship Id="rId41" Type="http://schemas.openxmlformats.org/officeDocument/2006/relationships/slide" Target="slides/slide35.xml"/><Relationship Id="rId85" Type="http://schemas.openxmlformats.org/officeDocument/2006/relationships/font" Target="fonts/CrimsonText-regular.fntdata"/><Relationship Id="rId44" Type="http://schemas.openxmlformats.org/officeDocument/2006/relationships/slide" Target="slides/slide38.xml"/><Relationship Id="rId88" Type="http://schemas.openxmlformats.org/officeDocument/2006/relationships/font" Target="fonts/CrimsonText-boldItalic.fntdata"/><Relationship Id="rId43" Type="http://schemas.openxmlformats.org/officeDocument/2006/relationships/slide" Target="slides/slide37.xml"/><Relationship Id="rId87" Type="http://schemas.openxmlformats.org/officeDocument/2006/relationships/font" Target="fonts/CrimsonText-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Mono-boldItalic.fntdata"/><Relationship Id="rId82" Type="http://schemas.openxmlformats.org/officeDocument/2006/relationships/font" Target="fonts/DMSans-bold.fntdata"/><Relationship Id="rId81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Bitter-regular.fntdata"/><Relationship Id="rId72" Type="http://schemas.openxmlformats.org/officeDocument/2006/relationships/font" Target="fonts/CrimsonTextSemiBold-boldItalic.fntdata"/><Relationship Id="rId31" Type="http://schemas.openxmlformats.org/officeDocument/2006/relationships/slide" Target="slides/slide25.xml"/><Relationship Id="rId75" Type="http://schemas.openxmlformats.org/officeDocument/2006/relationships/font" Target="fonts/Bitter-italic.fntdata"/><Relationship Id="rId30" Type="http://schemas.openxmlformats.org/officeDocument/2006/relationships/slide" Target="slides/slide24.xml"/><Relationship Id="rId74" Type="http://schemas.openxmlformats.org/officeDocument/2006/relationships/font" Target="fonts/Bitter-bold.fntdata"/><Relationship Id="rId33" Type="http://schemas.openxmlformats.org/officeDocument/2006/relationships/slide" Target="slides/slide27.xml"/><Relationship Id="rId77" Type="http://schemas.openxmlformats.org/officeDocument/2006/relationships/font" Target="fonts/RobotoMono-regular.fntdata"/><Relationship Id="rId32" Type="http://schemas.openxmlformats.org/officeDocument/2006/relationships/slide" Target="slides/slide26.xml"/><Relationship Id="rId76" Type="http://schemas.openxmlformats.org/officeDocument/2006/relationships/font" Target="fonts/Bitter-boldItalic.fntdata"/><Relationship Id="rId35" Type="http://schemas.openxmlformats.org/officeDocument/2006/relationships/slide" Target="slides/slide29.xml"/><Relationship Id="rId79" Type="http://schemas.openxmlformats.org/officeDocument/2006/relationships/font" Target="fonts/RobotoMono-italic.fntdata"/><Relationship Id="rId34" Type="http://schemas.openxmlformats.org/officeDocument/2006/relationships/slide" Target="slides/slide28.xml"/><Relationship Id="rId78" Type="http://schemas.openxmlformats.org/officeDocument/2006/relationships/font" Target="fonts/RobotoMono-bold.fntdata"/><Relationship Id="rId71" Type="http://schemas.openxmlformats.org/officeDocument/2006/relationships/font" Target="fonts/CrimsonTextSemiBold-italic.fntdata"/><Relationship Id="rId70" Type="http://schemas.openxmlformats.org/officeDocument/2006/relationships/font" Target="fonts/CrimsonTextSemiBold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Nunito-bold.fntdata"/><Relationship Id="rId63" Type="http://schemas.openxmlformats.org/officeDocument/2006/relationships/font" Target="fonts/Nunito-regular.fntdata"/><Relationship Id="rId22" Type="http://schemas.openxmlformats.org/officeDocument/2006/relationships/slide" Target="slides/slide16.xml"/><Relationship Id="rId66" Type="http://schemas.openxmlformats.org/officeDocument/2006/relationships/font" Target="fonts/Nunito-boldItalic.fntdata"/><Relationship Id="rId21" Type="http://schemas.openxmlformats.org/officeDocument/2006/relationships/slide" Target="slides/slide15.xml"/><Relationship Id="rId65" Type="http://schemas.openxmlformats.org/officeDocument/2006/relationships/font" Target="fonts/Nunito-italic.fntdata"/><Relationship Id="rId24" Type="http://schemas.openxmlformats.org/officeDocument/2006/relationships/slide" Target="slides/slide18.xml"/><Relationship Id="rId68" Type="http://schemas.openxmlformats.org/officeDocument/2006/relationships/font" Target="fonts/Anaheim-bold.fntdata"/><Relationship Id="rId23" Type="http://schemas.openxmlformats.org/officeDocument/2006/relationships/slide" Target="slides/slide17.xml"/><Relationship Id="rId67" Type="http://schemas.openxmlformats.org/officeDocument/2006/relationships/font" Target="fonts/Anaheim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CrimsonTextSemiBold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47c646b1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f47c646b1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59c13071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f59c13071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47c646b1d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f47c646b1d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59db11ae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f59db11ae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5a5e220d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5a5e220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594871fa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594871fa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594871fa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f594871fa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5a5e220d9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f5a5e220d9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5a5e220d9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f5a5e220d9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5a5e220d9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5a5e220d9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5a5e220d9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f5a5e220d9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594871fa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f594871f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5a5e220d9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f5a5e220d9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59db11ae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3f59db11ae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59c13071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f59c13071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594871fa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f594871fa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5a5e220d9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f5a5e220d9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5a5e220d9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f5a5e220d9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5a5e220d9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f5a5e220d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f59db11ae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g3f59db11ae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5489515f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f5489515f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594871fa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f594871fa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59b167ff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f59b167ff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f59b167ff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f59b167ff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594871fa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f594871fa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59db11ae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f59db11ae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59c1307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g3f59c1307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59c13071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g3f59c13071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59db11ae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3f59db11ae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59c13071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f59c13071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f5a2757b7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g3f5a2757b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f5a2757b7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g3f5a2757b7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f5a2757b7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3f5a2757b7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5a2757b7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f5a2757b7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f5a2757b7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g3f5a2757b7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5a2757b7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f5a2757b7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f5489515f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3f5489515f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5a2757b7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g3f5a2757b7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59db11ae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f59db11ae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f5489515f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g3f5489515f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59db11ae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3f59db11ae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f5a2757b7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3f5a2757b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59c13071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f59c13071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f59db11ae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f59db11ae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59db11a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3f59db11a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5a2757b7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3f5a2757b7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5a2757b7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g3f5a2757b7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59c13071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3f59c13071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59c13071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3f59c13071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5a2757b7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3f5a2757b7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5489515f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g3f5489515f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5489515f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3f5489515f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f5489515f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g3f5489515f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f59db11ae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3f59db11a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1578" y="-272306"/>
            <a:ext cx="10611146" cy="6068438"/>
            <a:chOff x="-1578" y="-272306"/>
            <a:chExt cx="10611146" cy="606843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8130555" y="1"/>
              <a:ext cx="1474483" cy="1186085"/>
              <a:chOff x="8937625" y="190501"/>
              <a:chExt cx="1728788" cy="139065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8251825" y="3252788"/>
              <a:ext cx="1076325" cy="2155825"/>
              <a:chOff x="11114088" y="357188"/>
              <a:chExt cx="1076325" cy="2155825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>
              <a:off x="6211898" y="0"/>
              <a:ext cx="4397670" cy="2200201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" name="Google Shape;27;p2"/>
            <p:cNvGrpSpPr/>
            <p:nvPr/>
          </p:nvGrpSpPr>
          <p:grpSpPr>
            <a:xfrm>
              <a:off x="4632879" y="3640239"/>
              <a:ext cx="2638908" cy="2155893"/>
              <a:chOff x="322263" y="3765551"/>
              <a:chExt cx="3556000" cy="2905124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5324385" y="4331663"/>
              <a:ext cx="2927448" cy="1464313"/>
              <a:chOff x="5324385" y="4331663"/>
              <a:chExt cx="2927448" cy="1464313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-1578" y="-272306"/>
              <a:ext cx="1736823" cy="2155757"/>
              <a:chOff x="-1587" y="190500"/>
              <a:chExt cx="2211387" cy="2744789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" name="Google Shape;47;p2"/>
          <p:cNvSpPr txBox="1"/>
          <p:nvPr>
            <p:ph type="ctrTitle"/>
          </p:nvPr>
        </p:nvSpPr>
        <p:spPr>
          <a:xfrm>
            <a:off x="911150" y="1052700"/>
            <a:ext cx="55752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" type="subTitle"/>
          </p:nvPr>
        </p:nvSpPr>
        <p:spPr>
          <a:xfrm>
            <a:off x="911150" y="3614997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3"/>
          <p:cNvGrpSpPr/>
          <p:nvPr/>
        </p:nvGrpSpPr>
        <p:grpSpPr>
          <a:xfrm>
            <a:off x="-140420" y="-206880"/>
            <a:ext cx="10705536" cy="5663727"/>
            <a:chOff x="-140420" y="-206880"/>
            <a:chExt cx="10705536" cy="5663727"/>
          </a:xfrm>
        </p:grpSpPr>
        <p:grpSp>
          <p:nvGrpSpPr>
            <p:cNvPr id="52" name="Google Shape;52;p3"/>
            <p:cNvGrpSpPr/>
            <p:nvPr/>
          </p:nvGrpSpPr>
          <p:grpSpPr>
            <a:xfrm flipH="1" rot="10800000">
              <a:off x="8735294" y="-206880"/>
              <a:ext cx="1522371" cy="1224606"/>
              <a:chOff x="8937625" y="190501"/>
              <a:chExt cx="1728788" cy="13906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3"/>
            <p:cNvSpPr/>
            <p:nvPr/>
          </p:nvSpPr>
          <p:spPr>
            <a:xfrm flipH="1">
              <a:off x="7749273" y="0"/>
              <a:ext cx="2815843" cy="2818723"/>
            </a:xfrm>
            <a:custGeom>
              <a:rect b="b" l="l" r="r" t="t"/>
              <a:pathLst>
                <a:path extrusionOk="0" h="2929" w="2926">
                  <a:moveTo>
                    <a:pt x="2926" y="0"/>
                  </a:moveTo>
                  <a:lnTo>
                    <a:pt x="0" y="2929"/>
                  </a:lnTo>
                  <a:lnTo>
                    <a:pt x="0" y="2309"/>
                  </a:lnTo>
                  <a:lnTo>
                    <a:pt x="2308" y="0"/>
                  </a:lnTo>
                  <a:lnTo>
                    <a:pt x="2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3"/>
            <p:cNvGrpSpPr/>
            <p:nvPr/>
          </p:nvGrpSpPr>
          <p:grpSpPr>
            <a:xfrm flipH="1">
              <a:off x="-140420" y="3751158"/>
              <a:ext cx="851588" cy="1705689"/>
              <a:chOff x="11114088" y="357188"/>
              <a:chExt cx="1076325" cy="2155825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" name="Google Shape;68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4"/>
          <p:cNvGrpSpPr/>
          <p:nvPr/>
        </p:nvGrpSpPr>
        <p:grpSpPr>
          <a:xfrm>
            <a:off x="-231948" y="-1"/>
            <a:ext cx="9694395" cy="5329121"/>
            <a:chOff x="-231948" y="-1"/>
            <a:chExt cx="9694395" cy="5329121"/>
          </a:xfrm>
        </p:grpSpPr>
        <p:sp>
          <p:nvSpPr>
            <p:cNvPr id="72" name="Google Shape;72;p4"/>
            <p:cNvSpPr/>
            <p:nvPr/>
          </p:nvSpPr>
          <p:spPr>
            <a:xfrm flipH="1" rot="10800000">
              <a:off x="7475973" y="-1"/>
              <a:ext cx="1986474" cy="1318876"/>
            </a:xfrm>
            <a:custGeom>
              <a:rect b="b" l="l" r="r" t="t"/>
              <a:pathLst>
                <a:path extrusionOk="0" h="968" w="1458">
                  <a:moveTo>
                    <a:pt x="1458" y="490"/>
                  </a:moveTo>
                  <a:lnTo>
                    <a:pt x="967" y="0"/>
                  </a:lnTo>
                  <a:lnTo>
                    <a:pt x="692" y="276"/>
                  </a:lnTo>
                  <a:lnTo>
                    <a:pt x="0" y="968"/>
                  </a:lnTo>
                  <a:lnTo>
                    <a:pt x="464" y="968"/>
                  </a:lnTo>
                  <a:lnTo>
                    <a:pt x="967" y="465"/>
                  </a:lnTo>
                  <a:lnTo>
                    <a:pt x="1458" y="955"/>
                  </a:lnTo>
                  <a:lnTo>
                    <a:pt x="1458" y="4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" name="Google Shape;73;p4"/>
            <p:cNvGrpSpPr/>
            <p:nvPr/>
          </p:nvGrpSpPr>
          <p:grpSpPr>
            <a:xfrm flipH="1">
              <a:off x="-231948" y="3878899"/>
              <a:ext cx="1656385" cy="1450221"/>
              <a:chOff x="322263" y="4716463"/>
              <a:chExt cx="2232025" cy="1954212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" name="Google Shape;7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" type="subTitle"/>
          </p:nvPr>
        </p:nvSpPr>
        <p:spPr>
          <a:xfrm>
            <a:off x="1578146" y="2224493"/>
            <a:ext cx="27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"/>
          <p:cNvSpPr txBox="1"/>
          <p:nvPr>
            <p:ph idx="2" type="subTitle"/>
          </p:nvPr>
        </p:nvSpPr>
        <p:spPr>
          <a:xfrm>
            <a:off x="5701454" y="2224493"/>
            <a:ext cx="27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"/>
          <p:cNvSpPr txBox="1"/>
          <p:nvPr>
            <p:ph idx="3" type="subTitle"/>
          </p:nvPr>
        </p:nvSpPr>
        <p:spPr>
          <a:xfrm>
            <a:off x="1578146" y="3957674"/>
            <a:ext cx="27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4" type="subTitle"/>
          </p:nvPr>
        </p:nvSpPr>
        <p:spPr>
          <a:xfrm>
            <a:off x="5701454" y="3957674"/>
            <a:ext cx="27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"/>
          <p:cNvSpPr txBox="1"/>
          <p:nvPr>
            <p:ph idx="5" type="title"/>
          </p:nvPr>
        </p:nvSpPr>
        <p:spPr>
          <a:xfrm>
            <a:off x="713225" y="1676460"/>
            <a:ext cx="865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4"/>
          <p:cNvSpPr txBox="1"/>
          <p:nvPr>
            <p:ph idx="6" type="title"/>
          </p:nvPr>
        </p:nvSpPr>
        <p:spPr>
          <a:xfrm>
            <a:off x="713225" y="3409056"/>
            <a:ext cx="865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4"/>
          <p:cNvSpPr txBox="1"/>
          <p:nvPr>
            <p:ph idx="7" type="title"/>
          </p:nvPr>
        </p:nvSpPr>
        <p:spPr>
          <a:xfrm>
            <a:off x="4836533" y="1676460"/>
            <a:ext cx="865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4"/>
          <p:cNvSpPr txBox="1"/>
          <p:nvPr>
            <p:ph idx="8" type="title"/>
          </p:nvPr>
        </p:nvSpPr>
        <p:spPr>
          <a:xfrm>
            <a:off x="4836533" y="3409056"/>
            <a:ext cx="865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4"/>
          <p:cNvSpPr txBox="1"/>
          <p:nvPr>
            <p:ph idx="9" type="subTitle"/>
          </p:nvPr>
        </p:nvSpPr>
        <p:spPr>
          <a:xfrm>
            <a:off x="1578146" y="1544300"/>
            <a:ext cx="2715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8" name="Google Shape;88;p4"/>
          <p:cNvSpPr txBox="1"/>
          <p:nvPr>
            <p:ph idx="13" type="subTitle"/>
          </p:nvPr>
        </p:nvSpPr>
        <p:spPr>
          <a:xfrm>
            <a:off x="5701453" y="1544300"/>
            <a:ext cx="2715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9" name="Google Shape;89;p4"/>
          <p:cNvSpPr txBox="1"/>
          <p:nvPr>
            <p:ph idx="14" type="subTitle"/>
          </p:nvPr>
        </p:nvSpPr>
        <p:spPr>
          <a:xfrm>
            <a:off x="1578146" y="3276971"/>
            <a:ext cx="2715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4"/>
          <p:cNvSpPr txBox="1"/>
          <p:nvPr>
            <p:ph idx="15" type="subTitle"/>
          </p:nvPr>
        </p:nvSpPr>
        <p:spPr>
          <a:xfrm>
            <a:off x="5701453" y="3276971"/>
            <a:ext cx="2715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5"/>
          <p:cNvGrpSpPr/>
          <p:nvPr/>
        </p:nvGrpSpPr>
        <p:grpSpPr>
          <a:xfrm>
            <a:off x="-950428" y="-272306"/>
            <a:ext cx="10793965" cy="5900713"/>
            <a:chOff x="-950428" y="-272306"/>
            <a:chExt cx="10793965" cy="5900713"/>
          </a:xfrm>
        </p:grpSpPr>
        <p:grpSp>
          <p:nvGrpSpPr>
            <p:cNvPr id="94" name="Google Shape;94;p5"/>
            <p:cNvGrpSpPr/>
            <p:nvPr/>
          </p:nvGrpSpPr>
          <p:grpSpPr>
            <a:xfrm flipH="1">
              <a:off x="7984098" y="-272306"/>
              <a:ext cx="1736823" cy="2155757"/>
              <a:chOff x="-1587" y="190500"/>
              <a:chExt cx="2211387" cy="2744789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5"/>
            <p:cNvSpPr/>
            <p:nvPr/>
          </p:nvSpPr>
          <p:spPr>
            <a:xfrm>
              <a:off x="-950428" y="-135350"/>
              <a:ext cx="2136323" cy="1068823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" name="Google Shape;106;p5"/>
            <p:cNvGrpSpPr/>
            <p:nvPr/>
          </p:nvGrpSpPr>
          <p:grpSpPr>
            <a:xfrm>
              <a:off x="7204629" y="3472514"/>
              <a:ext cx="2638908" cy="2155893"/>
              <a:chOff x="322263" y="3765551"/>
              <a:chExt cx="3556000" cy="2905124"/>
            </a:xfrm>
          </p:grpSpPr>
          <p:sp>
            <p:nvSpPr>
              <p:cNvPr id="107" name="Google Shape;107;p5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" name="Google Shape;112;p5"/>
            <p:cNvGrpSpPr/>
            <p:nvPr/>
          </p:nvGrpSpPr>
          <p:grpSpPr>
            <a:xfrm flipH="1" rot="10800000">
              <a:off x="-288570" y="3957426"/>
              <a:ext cx="1474483" cy="1186085"/>
              <a:chOff x="8937625" y="190501"/>
              <a:chExt cx="1728788" cy="1390650"/>
            </a:xfrm>
          </p:grpSpPr>
          <p:sp>
            <p:nvSpPr>
              <p:cNvPr id="113" name="Google Shape;113;p5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0" name="Google Shape;12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5"/>
          <p:cNvSpPr txBox="1"/>
          <p:nvPr>
            <p:ph idx="1" type="subTitle"/>
          </p:nvPr>
        </p:nvSpPr>
        <p:spPr>
          <a:xfrm>
            <a:off x="4606074" y="1408725"/>
            <a:ext cx="38247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"/>
          <p:cNvSpPr txBox="1"/>
          <p:nvPr>
            <p:ph idx="2" type="subTitle"/>
          </p:nvPr>
        </p:nvSpPr>
        <p:spPr>
          <a:xfrm>
            <a:off x="713225" y="1408725"/>
            <a:ext cx="38247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6"/>
          <p:cNvGrpSpPr/>
          <p:nvPr/>
        </p:nvGrpSpPr>
        <p:grpSpPr>
          <a:xfrm>
            <a:off x="-606221" y="-798411"/>
            <a:ext cx="11215789" cy="6227662"/>
            <a:chOff x="-606221" y="-798411"/>
            <a:chExt cx="11215789" cy="6227662"/>
          </a:xfrm>
        </p:grpSpPr>
        <p:grpSp>
          <p:nvGrpSpPr>
            <p:cNvPr id="126" name="Google Shape;126;p6"/>
            <p:cNvGrpSpPr/>
            <p:nvPr/>
          </p:nvGrpSpPr>
          <p:grpSpPr>
            <a:xfrm flipH="1">
              <a:off x="7407173" y="-6"/>
              <a:ext cx="1736823" cy="2155757"/>
              <a:chOff x="-1587" y="190500"/>
              <a:chExt cx="2211387" cy="2744789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6"/>
            <p:cNvGrpSpPr/>
            <p:nvPr/>
          </p:nvGrpSpPr>
          <p:grpSpPr>
            <a:xfrm flipH="1" rot="10800000">
              <a:off x="8130555" y="4243165"/>
              <a:ext cx="1474483" cy="1186085"/>
              <a:chOff x="8937625" y="190501"/>
              <a:chExt cx="1728788" cy="1390650"/>
            </a:xfrm>
          </p:grpSpPr>
          <p:sp>
            <p:nvSpPr>
              <p:cNvPr id="138" name="Google Shape;138;p6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6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6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6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" name="Google Shape;145;p6"/>
            <p:cNvSpPr/>
            <p:nvPr/>
          </p:nvSpPr>
          <p:spPr>
            <a:xfrm flipH="1" rot="10800000">
              <a:off x="6211898" y="3229050"/>
              <a:ext cx="4397670" cy="2200201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6" name="Google Shape;146;p6"/>
            <p:cNvGrpSpPr/>
            <p:nvPr/>
          </p:nvGrpSpPr>
          <p:grpSpPr>
            <a:xfrm rot="10800000">
              <a:off x="-606221" y="-798411"/>
              <a:ext cx="2638908" cy="2155893"/>
              <a:chOff x="322263" y="3765551"/>
              <a:chExt cx="3556000" cy="2905124"/>
            </a:xfrm>
          </p:grpSpPr>
          <p:sp>
            <p:nvSpPr>
              <p:cNvPr id="147" name="Google Shape;147;p6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6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6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6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6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" name="Google Shape;152;p6"/>
            <p:cNvGrpSpPr/>
            <p:nvPr/>
          </p:nvGrpSpPr>
          <p:grpSpPr>
            <a:xfrm flipH="1" rot="10800000">
              <a:off x="-396670" y="4243165"/>
              <a:ext cx="1474483" cy="1186085"/>
              <a:chOff x="8937625" y="190501"/>
              <a:chExt cx="1728788" cy="1390650"/>
            </a:xfrm>
          </p:grpSpPr>
          <p:sp>
            <p:nvSpPr>
              <p:cNvPr id="153" name="Google Shape;153;p6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6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6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6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6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6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6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0" name="Google Shape;160;p6"/>
          <p:cNvSpPr txBox="1"/>
          <p:nvPr>
            <p:ph type="title"/>
          </p:nvPr>
        </p:nvSpPr>
        <p:spPr>
          <a:xfrm>
            <a:off x="713225" y="2079575"/>
            <a:ext cx="51447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6"/>
          <p:cNvSpPr txBox="1"/>
          <p:nvPr>
            <p:ph idx="2" type="title"/>
          </p:nvPr>
        </p:nvSpPr>
        <p:spPr>
          <a:xfrm>
            <a:off x="713225" y="1012925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i="1"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6"/>
          <p:cNvSpPr txBox="1"/>
          <p:nvPr>
            <p:ph idx="1" type="subTitle"/>
          </p:nvPr>
        </p:nvSpPr>
        <p:spPr>
          <a:xfrm>
            <a:off x="713225" y="3741725"/>
            <a:ext cx="5144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7"/>
          <p:cNvGrpSpPr/>
          <p:nvPr/>
        </p:nvGrpSpPr>
        <p:grpSpPr>
          <a:xfrm>
            <a:off x="-1376715" y="-272306"/>
            <a:ext cx="11705929" cy="5876311"/>
            <a:chOff x="-1376715" y="-272306"/>
            <a:chExt cx="11705929" cy="5876311"/>
          </a:xfrm>
        </p:grpSpPr>
        <p:grpSp>
          <p:nvGrpSpPr>
            <p:cNvPr id="166" name="Google Shape;166;p7"/>
            <p:cNvGrpSpPr/>
            <p:nvPr/>
          </p:nvGrpSpPr>
          <p:grpSpPr>
            <a:xfrm flipH="1">
              <a:off x="-455340" y="3216284"/>
              <a:ext cx="2922676" cy="2387721"/>
              <a:chOff x="322263" y="3765551"/>
              <a:chExt cx="3556000" cy="2905124"/>
            </a:xfrm>
          </p:grpSpPr>
          <p:sp>
            <p:nvSpPr>
              <p:cNvPr id="167" name="Google Shape;167;p7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7"/>
            <p:cNvGrpSpPr/>
            <p:nvPr/>
          </p:nvGrpSpPr>
          <p:grpSpPr>
            <a:xfrm>
              <a:off x="-1578" y="-272306"/>
              <a:ext cx="1736823" cy="2155757"/>
              <a:chOff x="-1587" y="190500"/>
              <a:chExt cx="2211387" cy="2744789"/>
            </a:xfrm>
          </p:grpSpPr>
          <p:sp>
            <p:nvSpPr>
              <p:cNvPr id="173" name="Google Shape;173;p7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" name="Google Shape;183;p7"/>
            <p:cNvGrpSpPr/>
            <p:nvPr/>
          </p:nvGrpSpPr>
          <p:grpSpPr>
            <a:xfrm>
              <a:off x="-1376715" y="4094788"/>
              <a:ext cx="2927448" cy="1464313"/>
              <a:chOff x="5324385" y="4331663"/>
              <a:chExt cx="2927448" cy="1464313"/>
            </a:xfrm>
          </p:grpSpPr>
          <p:sp>
            <p:nvSpPr>
              <p:cNvPr id="184" name="Google Shape;184;p7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" name="Google Shape;186;p7"/>
            <p:cNvSpPr/>
            <p:nvPr/>
          </p:nvSpPr>
          <p:spPr>
            <a:xfrm flipH="1" rot="10800000">
              <a:off x="7475973" y="-1"/>
              <a:ext cx="1986474" cy="1318876"/>
            </a:xfrm>
            <a:custGeom>
              <a:rect b="b" l="l" r="r" t="t"/>
              <a:pathLst>
                <a:path extrusionOk="0" h="968" w="1458">
                  <a:moveTo>
                    <a:pt x="1458" y="490"/>
                  </a:moveTo>
                  <a:lnTo>
                    <a:pt x="967" y="0"/>
                  </a:lnTo>
                  <a:lnTo>
                    <a:pt x="692" y="276"/>
                  </a:lnTo>
                  <a:lnTo>
                    <a:pt x="0" y="968"/>
                  </a:lnTo>
                  <a:lnTo>
                    <a:pt x="464" y="968"/>
                  </a:lnTo>
                  <a:lnTo>
                    <a:pt x="967" y="465"/>
                  </a:lnTo>
                  <a:lnTo>
                    <a:pt x="1458" y="955"/>
                  </a:lnTo>
                  <a:lnTo>
                    <a:pt x="1458" y="4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" name="Google Shape;187;p7"/>
            <p:cNvGrpSpPr/>
            <p:nvPr/>
          </p:nvGrpSpPr>
          <p:grpSpPr>
            <a:xfrm>
              <a:off x="8854730" y="577364"/>
              <a:ext cx="1474483" cy="1186085"/>
              <a:chOff x="8937625" y="190501"/>
              <a:chExt cx="1728788" cy="1390650"/>
            </a:xfrm>
          </p:grpSpPr>
          <p:sp>
            <p:nvSpPr>
              <p:cNvPr id="188" name="Google Shape;188;p7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408100" y="647425"/>
            <a:ext cx="39189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7"/>
          <p:cNvSpPr txBox="1"/>
          <p:nvPr>
            <p:ph idx="1" type="subTitle"/>
          </p:nvPr>
        </p:nvSpPr>
        <p:spPr>
          <a:xfrm>
            <a:off x="4408100" y="1732475"/>
            <a:ext cx="39189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97" name="Google Shape;197;p7"/>
          <p:cNvSpPr/>
          <p:nvPr>
            <p:ph idx="2" type="pic"/>
          </p:nvPr>
        </p:nvSpPr>
        <p:spPr>
          <a:xfrm>
            <a:off x="817012" y="678262"/>
            <a:ext cx="3253500" cy="378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8"/>
          <p:cNvGrpSpPr/>
          <p:nvPr/>
        </p:nvGrpSpPr>
        <p:grpSpPr>
          <a:xfrm>
            <a:off x="-666425" y="-538449"/>
            <a:ext cx="10924083" cy="5680600"/>
            <a:chOff x="-666425" y="-538449"/>
            <a:chExt cx="10924083" cy="5680600"/>
          </a:xfrm>
        </p:grpSpPr>
        <p:grpSp>
          <p:nvGrpSpPr>
            <p:cNvPr id="201" name="Google Shape;201;p8"/>
            <p:cNvGrpSpPr/>
            <p:nvPr/>
          </p:nvGrpSpPr>
          <p:grpSpPr>
            <a:xfrm flipH="1" rot="10800000">
              <a:off x="6648379" y="-538449"/>
              <a:ext cx="2638908" cy="2155893"/>
              <a:chOff x="322263" y="3765551"/>
              <a:chExt cx="3556000" cy="2905124"/>
            </a:xfrm>
          </p:grpSpPr>
          <p:sp>
            <p:nvSpPr>
              <p:cNvPr id="202" name="Google Shape;202;p8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8"/>
            <p:cNvGrpSpPr/>
            <p:nvPr/>
          </p:nvGrpSpPr>
          <p:grpSpPr>
            <a:xfrm flipH="1" rot="10800000">
              <a:off x="7330210" y="-538293"/>
              <a:ext cx="2927448" cy="1464313"/>
              <a:chOff x="5324385" y="4331663"/>
              <a:chExt cx="2927448" cy="1464313"/>
            </a:xfrm>
          </p:grpSpPr>
          <p:sp>
            <p:nvSpPr>
              <p:cNvPr id="208" name="Google Shape;208;p8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8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8"/>
            <p:cNvGrpSpPr/>
            <p:nvPr/>
          </p:nvGrpSpPr>
          <p:grpSpPr>
            <a:xfrm rot="5400000">
              <a:off x="-126675" y="3526076"/>
              <a:ext cx="1076325" cy="2155825"/>
              <a:chOff x="11114088" y="357188"/>
              <a:chExt cx="1076325" cy="2155825"/>
            </a:xfrm>
          </p:grpSpPr>
          <p:sp>
            <p:nvSpPr>
              <p:cNvPr id="211" name="Google Shape;211;p8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8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7" name="Google Shape;217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8"/>
          <p:cNvSpPr txBox="1"/>
          <p:nvPr>
            <p:ph idx="1" type="subTitle"/>
          </p:nvPr>
        </p:nvSpPr>
        <p:spPr>
          <a:xfrm>
            <a:off x="4964033" y="2359375"/>
            <a:ext cx="3288300" cy="1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8"/>
          <p:cNvSpPr txBox="1"/>
          <p:nvPr>
            <p:ph idx="2" type="subTitle"/>
          </p:nvPr>
        </p:nvSpPr>
        <p:spPr>
          <a:xfrm>
            <a:off x="891650" y="2359375"/>
            <a:ext cx="3288300" cy="1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8"/>
          <p:cNvSpPr txBox="1"/>
          <p:nvPr>
            <p:ph idx="3" type="subTitle"/>
          </p:nvPr>
        </p:nvSpPr>
        <p:spPr>
          <a:xfrm>
            <a:off x="891650" y="1746200"/>
            <a:ext cx="32883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8"/>
          <p:cNvSpPr txBox="1"/>
          <p:nvPr>
            <p:ph idx="4" type="subTitle"/>
          </p:nvPr>
        </p:nvSpPr>
        <p:spPr>
          <a:xfrm>
            <a:off x="4964040" y="1746200"/>
            <a:ext cx="32883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9"/>
          <p:cNvGrpSpPr/>
          <p:nvPr/>
        </p:nvGrpSpPr>
        <p:grpSpPr>
          <a:xfrm>
            <a:off x="7397079" y="-272306"/>
            <a:ext cx="2638908" cy="6068438"/>
            <a:chOff x="7397079" y="-272306"/>
            <a:chExt cx="2638908" cy="6068438"/>
          </a:xfrm>
        </p:grpSpPr>
        <p:grpSp>
          <p:nvGrpSpPr>
            <p:cNvPr id="225" name="Google Shape;225;p9"/>
            <p:cNvGrpSpPr/>
            <p:nvPr/>
          </p:nvGrpSpPr>
          <p:grpSpPr>
            <a:xfrm flipH="1">
              <a:off x="8208973" y="-272306"/>
              <a:ext cx="1736823" cy="2155757"/>
              <a:chOff x="-1587" y="190500"/>
              <a:chExt cx="2211387" cy="2744789"/>
            </a:xfrm>
          </p:grpSpPr>
          <p:sp>
            <p:nvSpPr>
              <p:cNvPr id="226" name="Google Shape;226;p9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9"/>
            <p:cNvGrpSpPr/>
            <p:nvPr/>
          </p:nvGrpSpPr>
          <p:grpSpPr>
            <a:xfrm>
              <a:off x="7397079" y="3640239"/>
              <a:ext cx="2638908" cy="2155893"/>
              <a:chOff x="322263" y="3765551"/>
              <a:chExt cx="3556000" cy="2905124"/>
            </a:xfrm>
          </p:grpSpPr>
          <p:sp>
            <p:nvSpPr>
              <p:cNvPr id="237" name="Google Shape;237;p9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2" name="Google Shape;242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9"/>
          <p:cNvSpPr txBox="1"/>
          <p:nvPr>
            <p:ph idx="1" type="subTitle"/>
          </p:nvPr>
        </p:nvSpPr>
        <p:spPr>
          <a:xfrm>
            <a:off x="720000" y="2012349"/>
            <a:ext cx="2476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9"/>
          <p:cNvSpPr txBox="1"/>
          <p:nvPr>
            <p:ph idx="2" type="subTitle"/>
          </p:nvPr>
        </p:nvSpPr>
        <p:spPr>
          <a:xfrm>
            <a:off x="3333864" y="2012349"/>
            <a:ext cx="2476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9"/>
          <p:cNvSpPr txBox="1"/>
          <p:nvPr>
            <p:ph idx="3" type="subTitle"/>
          </p:nvPr>
        </p:nvSpPr>
        <p:spPr>
          <a:xfrm>
            <a:off x="720000" y="3794000"/>
            <a:ext cx="2476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9"/>
          <p:cNvSpPr txBox="1"/>
          <p:nvPr>
            <p:ph idx="4" type="subTitle"/>
          </p:nvPr>
        </p:nvSpPr>
        <p:spPr>
          <a:xfrm>
            <a:off x="3333864" y="3794000"/>
            <a:ext cx="2476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9"/>
          <p:cNvSpPr txBox="1"/>
          <p:nvPr>
            <p:ph idx="5" type="subTitle"/>
          </p:nvPr>
        </p:nvSpPr>
        <p:spPr>
          <a:xfrm>
            <a:off x="5951802" y="2012349"/>
            <a:ext cx="2476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9"/>
          <p:cNvSpPr txBox="1"/>
          <p:nvPr>
            <p:ph idx="6" type="subTitle"/>
          </p:nvPr>
        </p:nvSpPr>
        <p:spPr>
          <a:xfrm>
            <a:off x="5951802" y="3794000"/>
            <a:ext cx="2476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9"/>
          <p:cNvSpPr txBox="1"/>
          <p:nvPr>
            <p:ph idx="7" type="subTitle"/>
          </p:nvPr>
        </p:nvSpPr>
        <p:spPr>
          <a:xfrm>
            <a:off x="721115" y="1278500"/>
            <a:ext cx="24738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0" name="Google Shape;250;p9"/>
          <p:cNvSpPr txBox="1"/>
          <p:nvPr>
            <p:ph idx="8" type="subTitle"/>
          </p:nvPr>
        </p:nvSpPr>
        <p:spPr>
          <a:xfrm>
            <a:off x="3334979" y="1278500"/>
            <a:ext cx="24738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1" name="Google Shape;251;p9"/>
          <p:cNvSpPr txBox="1"/>
          <p:nvPr>
            <p:ph idx="9" type="subTitle"/>
          </p:nvPr>
        </p:nvSpPr>
        <p:spPr>
          <a:xfrm>
            <a:off x="5952917" y="1278500"/>
            <a:ext cx="24738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2" name="Google Shape;252;p9"/>
          <p:cNvSpPr txBox="1"/>
          <p:nvPr>
            <p:ph idx="13" type="subTitle"/>
          </p:nvPr>
        </p:nvSpPr>
        <p:spPr>
          <a:xfrm>
            <a:off x="721115" y="3127752"/>
            <a:ext cx="2473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3" name="Google Shape;253;p9"/>
          <p:cNvSpPr txBox="1"/>
          <p:nvPr>
            <p:ph idx="14" type="subTitle"/>
          </p:nvPr>
        </p:nvSpPr>
        <p:spPr>
          <a:xfrm>
            <a:off x="3334979" y="3127752"/>
            <a:ext cx="2473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4" name="Google Shape;254;p9"/>
          <p:cNvSpPr txBox="1"/>
          <p:nvPr>
            <p:ph idx="15" type="subTitle"/>
          </p:nvPr>
        </p:nvSpPr>
        <p:spPr>
          <a:xfrm>
            <a:off x="5952917" y="3127752"/>
            <a:ext cx="2473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10"/>
          <p:cNvGrpSpPr/>
          <p:nvPr/>
        </p:nvGrpSpPr>
        <p:grpSpPr>
          <a:xfrm>
            <a:off x="-1420096" y="-990600"/>
            <a:ext cx="12029664" cy="6786732"/>
            <a:chOff x="-1420096" y="-990600"/>
            <a:chExt cx="12029664" cy="6786732"/>
          </a:xfrm>
        </p:grpSpPr>
        <p:sp>
          <p:nvSpPr>
            <p:cNvPr id="258" name="Google Shape;258;p10"/>
            <p:cNvSpPr/>
            <p:nvPr/>
          </p:nvSpPr>
          <p:spPr>
            <a:xfrm>
              <a:off x="6211898" y="-990600"/>
              <a:ext cx="4397670" cy="2200201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" name="Google Shape;259;p10"/>
            <p:cNvGrpSpPr/>
            <p:nvPr/>
          </p:nvGrpSpPr>
          <p:grpSpPr>
            <a:xfrm>
              <a:off x="8430830" y="710951"/>
              <a:ext cx="1474483" cy="1186085"/>
              <a:chOff x="8937625" y="190501"/>
              <a:chExt cx="1728788" cy="1390650"/>
            </a:xfrm>
          </p:grpSpPr>
          <p:sp>
            <p:nvSpPr>
              <p:cNvPr id="260" name="Google Shape;260;p10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0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0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0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0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0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0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10"/>
            <p:cNvGrpSpPr/>
            <p:nvPr/>
          </p:nvGrpSpPr>
          <p:grpSpPr>
            <a:xfrm>
              <a:off x="-1420096" y="3640239"/>
              <a:ext cx="2638908" cy="2155893"/>
              <a:chOff x="322263" y="3765551"/>
              <a:chExt cx="3556000" cy="2905124"/>
            </a:xfrm>
          </p:grpSpPr>
          <p:sp>
            <p:nvSpPr>
              <p:cNvPr id="268" name="Google Shape;268;p10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0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0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10"/>
            <p:cNvGrpSpPr/>
            <p:nvPr/>
          </p:nvGrpSpPr>
          <p:grpSpPr>
            <a:xfrm>
              <a:off x="-728590" y="4331663"/>
              <a:ext cx="2927448" cy="1464313"/>
              <a:chOff x="5324385" y="4331663"/>
              <a:chExt cx="2927448" cy="1464313"/>
            </a:xfrm>
          </p:grpSpPr>
          <p:sp>
            <p:nvSpPr>
              <p:cNvPr id="274" name="Google Shape;274;p10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0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10"/>
            <p:cNvGrpSpPr/>
            <p:nvPr/>
          </p:nvGrpSpPr>
          <p:grpSpPr>
            <a:xfrm>
              <a:off x="8251825" y="3252788"/>
              <a:ext cx="1076325" cy="2155825"/>
              <a:chOff x="11114088" y="357188"/>
              <a:chExt cx="1076325" cy="2155825"/>
            </a:xfrm>
          </p:grpSpPr>
          <p:sp>
            <p:nvSpPr>
              <p:cNvPr id="277" name="Google Shape;277;p10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0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>
              <a:off x="-1578" y="-272306"/>
              <a:ext cx="1736823" cy="2155757"/>
              <a:chOff x="-1587" y="190500"/>
              <a:chExt cx="2211387" cy="2744789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0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0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4" name="Google Shape;294;p10"/>
          <p:cNvSpPr txBox="1"/>
          <p:nvPr>
            <p:ph type="title"/>
          </p:nvPr>
        </p:nvSpPr>
        <p:spPr>
          <a:xfrm>
            <a:off x="1547250" y="974775"/>
            <a:ext cx="60495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11"/>
          <p:cNvSpPr txBox="1"/>
          <p:nvPr>
            <p:ph type="title"/>
          </p:nvPr>
        </p:nvSpPr>
        <p:spPr>
          <a:xfrm>
            <a:off x="1223925" y="4014825"/>
            <a:ext cx="669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12"/>
          <p:cNvGrpSpPr/>
          <p:nvPr/>
        </p:nvGrpSpPr>
        <p:grpSpPr>
          <a:xfrm>
            <a:off x="-942633" y="-537411"/>
            <a:ext cx="11552201" cy="5703138"/>
            <a:chOff x="-942633" y="-537411"/>
            <a:chExt cx="11552201" cy="5703138"/>
          </a:xfrm>
        </p:grpSpPr>
        <p:grpSp>
          <p:nvGrpSpPr>
            <p:cNvPr id="301" name="Google Shape;301;p12"/>
            <p:cNvGrpSpPr/>
            <p:nvPr/>
          </p:nvGrpSpPr>
          <p:grpSpPr>
            <a:xfrm flipH="1" rot="10800000">
              <a:off x="8130555" y="3979641"/>
              <a:ext cx="1474483" cy="1186085"/>
              <a:chOff x="8937625" y="190501"/>
              <a:chExt cx="1728788" cy="1390650"/>
            </a:xfrm>
          </p:grpSpPr>
          <p:sp>
            <p:nvSpPr>
              <p:cNvPr id="302" name="Google Shape;302;p12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2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2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2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2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12"/>
            <p:cNvGrpSpPr/>
            <p:nvPr/>
          </p:nvGrpSpPr>
          <p:grpSpPr>
            <a:xfrm flipH="1" rot="10800000">
              <a:off x="8251825" y="-537411"/>
              <a:ext cx="1076325" cy="2155825"/>
              <a:chOff x="11114088" y="357188"/>
              <a:chExt cx="1076325" cy="2155825"/>
            </a:xfrm>
          </p:grpSpPr>
          <p:sp>
            <p:nvSpPr>
              <p:cNvPr id="310" name="Google Shape;310;p12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2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6" name="Google Shape;316;p12"/>
            <p:cNvSpPr/>
            <p:nvPr/>
          </p:nvSpPr>
          <p:spPr>
            <a:xfrm flipH="1" rot="10800000">
              <a:off x="6211898" y="2965526"/>
              <a:ext cx="4397670" cy="2200201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7" name="Google Shape;317;p12"/>
            <p:cNvGrpSpPr/>
            <p:nvPr/>
          </p:nvGrpSpPr>
          <p:grpSpPr>
            <a:xfrm flipH="1" rot="10800000">
              <a:off x="-942633" y="-448680"/>
              <a:ext cx="2638908" cy="2155893"/>
              <a:chOff x="322263" y="3765551"/>
              <a:chExt cx="3556000" cy="2905124"/>
            </a:xfrm>
          </p:grpSpPr>
          <p:sp>
            <p:nvSpPr>
              <p:cNvPr id="318" name="Google Shape;318;p12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2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2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3" name="Google Shape;323;p12"/>
            <p:cNvGrpSpPr/>
            <p:nvPr/>
          </p:nvGrpSpPr>
          <p:grpSpPr>
            <a:xfrm flipH="1" rot="10800000">
              <a:off x="-251128" y="-448524"/>
              <a:ext cx="2927448" cy="1464313"/>
              <a:chOff x="5324385" y="4331663"/>
              <a:chExt cx="2927448" cy="1464313"/>
            </a:xfrm>
          </p:grpSpPr>
          <p:sp>
            <p:nvSpPr>
              <p:cNvPr id="324" name="Google Shape;324;p12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12"/>
            <p:cNvGrpSpPr/>
            <p:nvPr/>
          </p:nvGrpSpPr>
          <p:grpSpPr>
            <a:xfrm flipH="1" rot="10800000">
              <a:off x="-1578" y="2987750"/>
              <a:ext cx="1736823" cy="2155757"/>
              <a:chOff x="-1587" y="190500"/>
              <a:chExt cx="2211387" cy="2744789"/>
            </a:xfrm>
          </p:grpSpPr>
          <p:sp>
            <p:nvSpPr>
              <p:cNvPr id="327" name="Google Shape;327;p12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2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2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2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2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2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2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2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7" name="Google Shape;337;p12"/>
          <p:cNvSpPr txBox="1"/>
          <p:nvPr>
            <p:ph hasCustomPrompt="1" type="title"/>
          </p:nvPr>
        </p:nvSpPr>
        <p:spPr>
          <a:xfrm>
            <a:off x="2129950" y="1475400"/>
            <a:ext cx="48273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i="1"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8" name="Google Shape;338;p12"/>
          <p:cNvSpPr txBox="1"/>
          <p:nvPr>
            <p:ph idx="1" type="subTitle"/>
          </p:nvPr>
        </p:nvSpPr>
        <p:spPr>
          <a:xfrm>
            <a:off x="2129950" y="2652300"/>
            <a:ext cx="482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13"/>
          <p:cNvGrpSpPr/>
          <p:nvPr/>
        </p:nvGrpSpPr>
        <p:grpSpPr>
          <a:xfrm>
            <a:off x="-606221" y="-272306"/>
            <a:ext cx="10327142" cy="6382263"/>
            <a:chOff x="-606221" y="-272306"/>
            <a:chExt cx="10327142" cy="6382263"/>
          </a:xfrm>
        </p:grpSpPr>
        <p:grpSp>
          <p:nvGrpSpPr>
            <p:cNvPr id="342" name="Google Shape;342;p13"/>
            <p:cNvGrpSpPr/>
            <p:nvPr/>
          </p:nvGrpSpPr>
          <p:grpSpPr>
            <a:xfrm flipH="1">
              <a:off x="7984098" y="-272306"/>
              <a:ext cx="1736823" cy="2155757"/>
              <a:chOff x="-1587" y="190500"/>
              <a:chExt cx="2211387" cy="2744789"/>
            </a:xfrm>
          </p:grpSpPr>
          <p:sp>
            <p:nvSpPr>
              <p:cNvPr id="343" name="Google Shape;343;p13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3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3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3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3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13"/>
            <p:cNvGrpSpPr/>
            <p:nvPr/>
          </p:nvGrpSpPr>
          <p:grpSpPr>
            <a:xfrm flipH="1">
              <a:off x="-606221" y="3954064"/>
              <a:ext cx="2638908" cy="2155893"/>
              <a:chOff x="322263" y="3765551"/>
              <a:chExt cx="3556000" cy="2905124"/>
            </a:xfrm>
          </p:grpSpPr>
          <p:sp>
            <p:nvSpPr>
              <p:cNvPr id="354" name="Google Shape;354;p13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3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3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9" name="Google Shape;35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14"/>
          <p:cNvGrpSpPr/>
          <p:nvPr/>
        </p:nvGrpSpPr>
        <p:grpSpPr>
          <a:xfrm>
            <a:off x="-460995" y="-342226"/>
            <a:ext cx="10790208" cy="1763450"/>
            <a:chOff x="-460995" y="-342226"/>
            <a:chExt cx="10790208" cy="1763450"/>
          </a:xfrm>
        </p:grpSpPr>
        <p:grpSp>
          <p:nvGrpSpPr>
            <p:cNvPr id="363" name="Google Shape;363;p14"/>
            <p:cNvGrpSpPr/>
            <p:nvPr/>
          </p:nvGrpSpPr>
          <p:grpSpPr>
            <a:xfrm>
              <a:off x="-460995" y="1"/>
              <a:ext cx="1474483" cy="1186085"/>
              <a:chOff x="8937625" y="190501"/>
              <a:chExt cx="1728788" cy="1390650"/>
            </a:xfrm>
          </p:grpSpPr>
          <p:sp>
            <p:nvSpPr>
              <p:cNvPr id="364" name="Google Shape;364;p14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4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4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4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4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1" name="Google Shape;371;p14"/>
            <p:cNvSpPr/>
            <p:nvPr/>
          </p:nvSpPr>
          <p:spPr>
            <a:xfrm flipH="1" rot="10800000">
              <a:off x="7475973" y="-342226"/>
              <a:ext cx="1986474" cy="1318876"/>
            </a:xfrm>
            <a:custGeom>
              <a:rect b="b" l="l" r="r" t="t"/>
              <a:pathLst>
                <a:path extrusionOk="0" h="968" w="1458">
                  <a:moveTo>
                    <a:pt x="1458" y="490"/>
                  </a:moveTo>
                  <a:lnTo>
                    <a:pt x="967" y="0"/>
                  </a:lnTo>
                  <a:lnTo>
                    <a:pt x="692" y="276"/>
                  </a:lnTo>
                  <a:lnTo>
                    <a:pt x="0" y="968"/>
                  </a:lnTo>
                  <a:lnTo>
                    <a:pt x="464" y="968"/>
                  </a:lnTo>
                  <a:lnTo>
                    <a:pt x="967" y="465"/>
                  </a:lnTo>
                  <a:lnTo>
                    <a:pt x="1458" y="955"/>
                  </a:lnTo>
                  <a:lnTo>
                    <a:pt x="1458" y="4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" name="Google Shape;372;p14"/>
            <p:cNvGrpSpPr/>
            <p:nvPr/>
          </p:nvGrpSpPr>
          <p:grpSpPr>
            <a:xfrm>
              <a:off x="8854730" y="235139"/>
              <a:ext cx="1474483" cy="1186085"/>
              <a:chOff x="8937625" y="190501"/>
              <a:chExt cx="1728788" cy="1390650"/>
            </a:xfrm>
          </p:grpSpPr>
          <p:sp>
            <p:nvSpPr>
              <p:cNvPr id="373" name="Google Shape;373;p14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4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4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4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4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4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4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15"/>
          <p:cNvGrpSpPr/>
          <p:nvPr/>
        </p:nvGrpSpPr>
        <p:grpSpPr>
          <a:xfrm>
            <a:off x="5" y="-206880"/>
            <a:ext cx="10565111" cy="5663727"/>
            <a:chOff x="5" y="-206880"/>
            <a:chExt cx="10565111" cy="5663727"/>
          </a:xfrm>
        </p:grpSpPr>
        <p:grpSp>
          <p:nvGrpSpPr>
            <p:cNvPr id="384" name="Google Shape;384;p15"/>
            <p:cNvGrpSpPr/>
            <p:nvPr/>
          </p:nvGrpSpPr>
          <p:grpSpPr>
            <a:xfrm flipH="1" rot="10800000">
              <a:off x="8220944" y="3918892"/>
              <a:ext cx="1522371" cy="1224606"/>
              <a:chOff x="8937625" y="190501"/>
              <a:chExt cx="1728788" cy="1390650"/>
            </a:xfrm>
          </p:grpSpPr>
          <p:sp>
            <p:nvSpPr>
              <p:cNvPr id="385" name="Google Shape;385;p15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5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5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5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5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2" name="Google Shape;392;p15"/>
            <p:cNvSpPr/>
            <p:nvPr/>
          </p:nvSpPr>
          <p:spPr>
            <a:xfrm flipH="1">
              <a:off x="7749273" y="-206880"/>
              <a:ext cx="2815843" cy="2818723"/>
            </a:xfrm>
            <a:custGeom>
              <a:rect b="b" l="l" r="r" t="t"/>
              <a:pathLst>
                <a:path extrusionOk="0" h="2929" w="2926">
                  <a:moveTo>
                    <a:pt x="2926" y="0"/>
                  </a:moveTo>
                  <a:lnTo>
                    <a:pt x="0" y="2929"/>
                  </a:lnTo>
                  <a:lnTo>
                    <a:pt x="0" y="2309"/>
                  </a:lnTo>
                  <a:lnTo>
                    <a:pt x="2308" y="0"/>
                  </a:lnTo>
                  <a:lnTo>
                    <a:pt x="29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3" name="Google Shape;393;p15"/>
            <p:cNvGrpSpPr/>
            <p:nvPr/>
          </p:nvGrpSpPr>
          <p:grpSpPr>
            <a:xfrm flipH="1">
              <a:off x="5" y="3751158"/>
              <a:ext cx="851588" cy="1705689"/>
              <a:chOff x="11114088" y="357188"/>
              <a:chExt cx="1076325" cy="2155825"/>
            </a:xfrm>
          </p:grpSpPr>
          <p:sp>
            <p:nvSpPr>
              <p:cNvPr id="394" name="Google Shape;394;p15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5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5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5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5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5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0" name="Google Shape;400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15"/>
          <p:cNvSpPr txBox="1"/>
          <p:nvPr>
            <p:ph idx="1" type="subTitle"/>
          </p:nvPr>
        </p:nvSpPr>
        <p:spPr>
          <a:xfrm>
            <a:off x="1016788" y="2804150"/>
            <a:ext cx="21645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15"/>
          <p:cNvSpPr txBox="1"/>
          <p:nvPr>
            <p:ph idx="2" type="subTitle"/>
          </p:nvPr>
        </p:nvSpPr>
        <p:spPr>
          <a:xfrm>
            <a:off x="3486570" y="2804150"/>
            <a:ext cx="21645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15"/>
          <p:cNvSpPr txBox="1"/>
          <p:nvPr>
            <p:ph idx="3" type="subTitle"/>
          </p:nvPr>
        </p:nvSpPr>
        <p:spPr>
          <a:xfrm>
            <a:off x="5962656" y="2804150"/>
            <a:ext cx="21645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15"/>
          <p:cNvSpPr txBox="1"/>
          <p:nvPr>
            <p:ph idx="4" type="subTitle"/>
          </p:nvPr>
        </p:nvSpPr>
        <p:spPr>
          <a:xfrm>
            <a:off x="1016788" y="2018425"/>
            <a:ext cx="216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5" name="Google Shape;405;p15"/>
          <p:cNvSpPr txBox="1"/>
          <p:nvPr>
            <p:ph idx="5" type="subTitle"/>
          </p:nvPr>
        </p:nvSpPr>
        <p:spPr>
          <a:xfrm>
            <a:off x="3486574" y="2018425"/>
            <a:ext cx="216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6" name="Google Shape;406;p15"/>
          <p:cNvSpPr txBox="1"/>
          <p:nvPr>
            <p:ph idx="6" type="subTitle"/>
          </p:nvPr>
        </p:nvSpPr>
        <p:spPr>
          <a:xfrm>
            <a:off x="5962656" y="2018425"/>
            <a:ext cx="216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/>
              </a:rPr>
              <a:t>Freepik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0" name="Google Shape;410;p16"/>
          <p:cNvGrpSpPr/>
          <p:nvPr/>
        </p:nvGrpSpPr>
        <p:grpSpPr>
          <a:xfrm>
            <a:off x="-845748" y="-958105"/>
            <a:ext cx="11455316" cy="6754081"/>
            <a:chOff x="-845748" y="-958105"/>
            <a:chExt cx="11455316" cy="6754081"/>
          </a:xfrm>
        </p:grpSpPr>
        <p:grpSp>
          <p:nvGrpSpPr>
            <p:cNvPr id="411" name="Google Shape;411;p16"/>
            <p:cNvGrpSpPr/>
            <p:nvPr/>
          </p:nvGrpSpPr>
          <p:grpSpPr>
            <a:xfrm rot="10800000">
              <a:off x="7984098" y="3268400"/>
              <a:ext cx="1736823" cy="2155757"/>
              <a:chOff x="-1587" y="190500"/>
              <a:chExt cx="2211387" cy="2744789"/>
            </a:xfrm>
          </p:grpSpPr>
          <p:sp>
            <p:nvSpPr>
              <p:cNvPr id="412" name="Google Shape;412;p16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16"/>
            <p:cNvGrpSpPr/>
            <p:nvPr/>
          </p:nvGrpSpPr>
          <p:grpSpPr>
            <a:xfrm rot="10800000">
              <a:off x="-606221" y="-958105"/>
              <a:ext cx="2638908" cy="2155893"/>
              <a:chOff x="322263" y="3765551"/>
              <a:chExt cx="3556000" cy="2905124"/>
            </a:xfrm>
          </p:grpSpPr>
          <p:sp>
            <p:nvSpPr>
              <p:cNvPr id="423" name="Google Shape;423;p16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8" name="Google Shape;428;p16"/>
            <p:cNvGrpSpPr/>
            <p:nvPr/>
          </p:nvGrpSpPr>
          <p:grpSpPr>
            <a:xfrm rot="10800000">
              <a:off x="-845748" y="3882301"/>
              <a:ext cx="1474483" cy="1186085"/>
              <a:chOff x="8937625" y="190501"/>
              <a:chExt cx="1728788" cy="1390650"/>
            </a:xfrm>
          </p:grpSpPr>
          <p:sp>
            <p:nvSpPr>
              <p:cNvPr id="429" name="Google Shape;429;p16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6" name="Google Shape;436;p16"/>
            <p:cNvSpPr/>
            <p:nvPr/>
          </p:nvSpPr>
          <p:spPr>
            <a:xfrm>
              <a:off x="6211898" y="-666750"/>
              <a:ext cx="4397670" cy="2200201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" name="Google Shape;437;p16"/>
            <p:cNvGrpSpPr/>
            <p:nvPr/>
          </p:nvGrpSpPr>
          <p:grpSpPr>
            <a:xfrm>
              <a:off x="-750490" y="4331663"/>
              <a:ext cx="2927448" cy="1464313"/>
              <a:chOff x="5324385" y="4331663"/>
              <a:chExt cx="2927448" cy="1464313"/>
            </a:xfrm>
          </p:grpSpPr>
          <p:sp>
            <p:nvSpPr>
              <p:cNvPr id="438" name="Google Shape;438;p16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0" name="Google Shape;440;p16"/>
          <p:cNvSpPr txBox="1"/>
          <p:nvPr>
            <p:ph type="title"/>
          </p:nvPr>
        </p:nvSpPr>
        <p:spPr>
          <a:xfrm>
            <a:off x="2347938" y="5827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1" name="Google Shape;441;p16"/>
          <p:cNvSpPr txBox="1"/>
          <p:nvPr>
            <p:ph idx="1" type="subTitle"/>
          </p:nvPr>
        </p:nvSpPr>
        <p:spPr>
          <a:xfrm>
            <a:off x="2347900" y="18354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17"/>
          <p:cNvGrpSpPr/>
          <p:nvPr/>
        </p:nvGrpSpPr>
        <p:grpSpPr>
          <a:xfrm>
            <a:off x="6233079" y="-538381"/>
            <a:ext cx="3618954" cy="6334513"/>
            <a:chOff x="6233079" y="-538381"/>
            <a:chExt cx="3618954" cy="6334513"/>
          </a:xfrm>
        </p:grpSpPr>
        <p:grpSp>
          <p:nvGrpSpPr>
            <p:cNvPr id="445" name="Google Shape;445;p17"/>
            <p:cNvGrpSpPr/>
            <p:nvPr/>
          </p:nvGrpSpPr>
          <p:grpSpPr>
            <a:xfrm>
              <a:off x="6233079" y="3640239"/>
              <a:ext cx="2638908" cy="2155893"/>
              <a:chOff x="322263" y="3765551"/>
              <a:chExt cx="3556000" cy="2905124"/>
            </a:xfrm>
          </p:grpSpPr>
          <p:sp>
            <p:nvSpPr>
              <p:cNvPr id="446" name="Google Shape;446;p17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7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7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7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7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1" name="Google Shape;451;p17"/>
            <p:cNvGrpSpPr/>
            <p:nvPr/>
          </p:nvGrpSpPr>
          <p:grpSpPr>
            <a:xfrm>
              <a:off x="6924585" y="4331663"/>
              <a:ext cx="2927448" cy="1464313"/>
              <a:chOff x="5324385" y="4331663"/>
              <a:chExt cx="2927448" cy="1464313"/>
            </a:xfrm>
          </p:grpSpPr>
          <p:sp>
            <p:nvSpPr>
              <p:cNvPr id="452" name="Google Shape;452;p17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flipH="1">
              <a:off x="7827973" y="-538381"/>
              <a:ext cx="1736823" cy="2155757"/>
              <a:chOff x="-1587" y="190500"/>
              <a:chExt cx="2211387" cy="2744789"/>
            </a:xfrm>
          </p:grpSpPr>
          <p:sp>
            <p:nvSpPr>
              <p:cNvPr id="455" name="Google Shape;455;p17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7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7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7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7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7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7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7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7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7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5" name="Google Shape;46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6" name="Google Shape;466;p17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19"/>
          <p:cNvGrpSpPr/>
          <p:nvPr/>
        </p:nvGrpSpPr>
        <p:grpSpPr>
          <a:xfrm>
            <a:off x="-942633" y="-537411"/>
            <a:ext cx="11552201" cy="5703138"/>
            <a:chOff x="-942633" y="-537411"/>
            <a:chExt cx="11552201" cy="5703138"/>
          </a:xfrm>
        </p:grpSpPr>
        <p:grpSp>
          <p:nvGrpSpPr>
            <p:cNvPr id="471" name="Google Shape;471;p19"/>
            <p:cNvGrpSpPr/>
            <p:nvPr/>
          </p:nvGrpSpPr>
          <p:grpSpPr>
            <a:xfrm flipH="1" rot="10800000">
              <a:off x="8130555" y="3979641"/>
              <a:ext cx="1474483" cy="1186085"/>
              <a:chOff x="8937625" y="190501"/>
              <a:chExt cx="1728788" cy="1390650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937625" y="10699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9139238" y="8667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3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9344025" y="663576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0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9545638" y="460375"/>
                <a:ext cx="511175" cy="511175"/>
              </a:xfrm>
              <a:custGeom>
                <a:rect b="b" l="l" r="r" t="t"/>
                <a:pathLst>
                  <a:path extrusionOk="0" h="322" w="322">
                    <a:moveTo>
                      <a:pt x="62" y="0"/>
                    </a:moveTo>
                    <a:lnTo>
                      <a:pt x="0" y="62"/>
                    </a:lnTo>
                    <a:lnTo>
                      <a:pt x="261" y="322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9748838" y="258763"/>
                <a:ext cx="511175" cy="509588"/>
              </a:xfrm>
              <a:custGeom>
                <a:rect b="b" l="l" r="r" t="t"/>
                <a:pathLst>
                  <a:path extrusionOk="0" h="321" w="322">
                    <a:moveTo>
                      <a:pt x="62" y="0"/>
                    </a:moveTo>
                    <a:lnTo>
                      <a:pt x="0" y="61"/>
                    </a:lnTo>
                    <a:lnTo>
                      <a:pt x="260" y="321"/>
                    </a:lnTo>
                    <a:lnTo>
                      <a:pt x="322" y="260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9990138" y="190501"/>
                <a:ext cx="471488" cy="376238"/>
              </a:xfrm>
              <a:custGeom>
                <a:rect b="b" l="l" r="r" t="t"/>
                <a:pathLst>
                  <a:path extrusionOk="0" h="237" w="297">
                    <a:moveTo>
                      <a:pt x="297" y="175"/>
                    </a:moveTo>
                    <a:lnTo>
                      <a:pt x="235" y="237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297" y="1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10394950" y="190501"/>
                <a:ext cx="271463" cy="171450"/>
              </a:xfrm>
              <a:custGeom>
                <a:rect b="b" l="l" r="r" t="t"/>
                <a:pathLst>
                  <a:path extrusionOk="0" h="108" w="171">
                    <a:moveTo>
                      <a:pt x="171" y="47"/>
                    </a:moveTo>
                    <a:lnTo>
                      <a:pt x="109" y="108"/>
                    </a:lnTo>
                    <a:lnTo>
                      <a:pt x="0" y="0"/>
                    </a:lnTo>
                    <a:lnTo>
                      <a:pt x="123" y="0"/>
                    </a:lnTo>
                    <a:lnTo>
                      <a:pt x="171" y="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" name="Google Shape;479;p19"/>
            <p:cNvGrpSpPr/>
            <p:nvPr/>
          </p:nvGrpSpPr>
          <p:grpSpPr>
            <a:xfrm flipH="1" rot="10800000">
              <a:off x="8251825" y="-537411"/>
              <a:ext cx="1076325" cy="2155825"/>
              <a:chOff x="11114088" y="357188"/>
              <a:chExt cx="1076325" cy="2155825"/>
            </a:xfrm>
          </p:grpSpPr>
          <p:sp>
            <p:nvSpPr>
              <p:cNvPr id="480" name="Google Shape;480;p19"/>
              <p:cNvSpPr/>
              <p:nvPr/>
            </p:nvSpPr>
            <p:spPr>
              <a:xfrm>
                <a:off x="12052300" y="357188"/>
                <a:ext cx="138113" cy="277813"/>
              </a:xfrm>
              <a:custGeom>
                <a:rect b="b" l="l" r="r" t="t"/>
                <a:pathLst>
                  <a:path extrusionOk="0" h="175" w="87">
                    <a:moveTo>
                      <a:pt x="87" y="175"/>
                    </a:moveTo>
                    <a:lnTo>
                      <a:pt x="87" y="0"/>
                    </a:lnTo>
                    <a:lnTo>
                      <a:pt x="59" y="29"/>
                    </a:lnTo>
                    <a:lnTo>
                      <a:pt x="59" y="29"/>
                    </a:lnTo>
                    <a:lnTo>
                      <a:pt x="0" y="87"/>
                    </a:lnTo>
                    <a:lnTo>
                      <a:pt x="87" y="1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11864975" y="577850"/>
                <a:ext cx="325438" cy="433388"/>
              </a:xfrm>
              <a:custGeom>
                <a:rect b="b" l="l" r="r" t="t"/>
                <a:pathLst>
                  <a:path extrusionOk="0" h="273" w="205">
                    <a:moveTo>
                      <a:pt x="205" y="139"/>
                    </a:moveTo>
                    <a:lnTo>
                      <a:pt x="66" y="0"/>
                    </a:lnTo>
                    <a:lnTo>
                      <a:pt x="0" y="67"/>
                    </a:lnTo>
                    <a:lnTo>
                      <a:pt x="205" y="273"/>
                    </a:lnTo>
                    <a:lnTo>
                      <a:pt x="205" y="1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11676063" y="765176"/>
                <a:ext cx="514350" cy="620713"/>
              </a:xfrm>
              <a:custGeom>
                <a:rect b="b" l="l" r="r" t="t"/>
                <a:pathLst>
                  <a:path extrusionOk="0" h="391" w="324">
                    <a:moveTo>
                      <a:pt x="324" y="257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324" y="391"/>
                    </a:lnTo>
                    <a:lnTo>
                      <a:pt x="324" y="2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11114088" y="1328738"/>
                <a:ext cx="1076325" cy="1184275"/>
              </a:xfrm>
              <a:custGeom>
                <a:rect b="b" l="l" r="r" t="t"/>
                <a:pathLst>
                  <a:path extrusionOk="0" h="746" w="678">
                    <a:moveTo>
                      <a:pt x="678" y="611"/>
                    </a:moveTo>
                    <a:lnTo>
                      <a:pt x="67" y="0"/>
                    </a:lnTo>
                    <a:lnTo>
                      <a:pt x="0" y="67"/>
                    </a:lnTo>
                    <a:lnTo>
                      <a:pt x="678" y="746"/>
                    </a:lnTo>
                    <a:lnTo>
                      <a:pt x="678" y="61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1299825" y="1139826"/>
                <a:ext cx="890588" cy="996950"/>
              </a:xfrm>
              <a:custGeom>
                <a:rect b="b" l="l" r="r" t="t"/>
                <a:pathLst>
                  <a:path extrusionOk="0" h="628" w="561">
                    <a:moveTo>
                      <a:pt x="561" y="493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561" y="628"/>
                    </a:lnTo>
                    <a:lnTo>
                      <a:pt x="561" y="49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11488738" y="952501"/>
                <a:ext cx="701675" cy="809625"/>
              </a:xfrm>
              <a:custGeom>
                <a:rect b="b" l="l" r="r" t="t"/>
                <a:pathLst>
                  <a:path extrusionOk="0" h="510" w="442">
                    <a:moveTo>
                      <a:pt x="442" y="375"/>
                    </a:moveTo>
                    <a:lnTo>
                      <a:pt x="68" y="0"/>
                    </a:lnTo>
                    <a:lnTo>
                      <a:pt x="0" y="68"/>
                    </a:lnTo>
                    <a:lnTo>
                      <a:pt x="442" y="510"/>
                    </a:lnTo>
                    <a:lnTo>
                      <a:pt x="442" y="3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6" name="Google Shape;486;p19"/>
            <p:cNvSpPr/>
            <p:nvPr/>
          </p:nvSpPr>
          <p:spPr>
            <a:xfrm flipH="1" rot="10800000">
              <a:off x="6211898" y="2965526"/>
              <a:ext cx="4397670" cy="2200201"/>
            </a:xfrm>
            <a:custGeom>
              <a:rect b="b" l="l" r="r" t="t"/>
              <a:pathLst>
                <a:path extrusionOk="0" h="1625" w="3248">
                  <a:moveTo>
                    <a:pt x="3248" y="0"/>
                  </a:moveTo>
                  <a:lnTo>
                    <a:pt x="2117" y="1132"/>
                  </a:lnTo>
                  <a:lnTo>
                    <a:pt x="1940" y="1309"/>
                  </a:lnTo>
                  <a:lnTo>
                    <a:pt x="1891" y="1360"/>
                  </a:lnTo>
                  <a:lnTo>
                    <a:pt x="1624" y="1625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1624" y="1092"/>
                  </a:lnTo>
                  <a:lnTo>
                    <a:pt x="1624" y="1092"/>
                  </a:lnTo>
                  <a:lnTo>
                    <a:pt x="1851" y="866"/>
                  </a:lnTo>
                  <a:lnTo>
                    <a:pt x="2716" y="0"/>
                  </a:lnTo>
                  <a:lnTo>
                    <a:pt x="32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7" name="Google Shape;487;p19"/>
            <p:cNvGrpSpPr/>
            <p:nvPr/>
          </p:nvGrpSpPr>
          <p:grpSpPr>
            <a:xfrm flipH="1" rot="10800000">
              <a:off x="-942633" y="-448680"/>
              <a:ext cx="2638908" cy="2155893"/>
              <a:chOff x="322263" y="3765551"/>
              <a:chExt cx="3556000" cy="2905124"/>
            </a:xfrm>
          </p:grpSpPr>
          <p:sp>
            <p:nvSpPr>
              <p:cNvPr id="488" name="Google Shape;488;p19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19"/>
            <p:cNvGrpSpPr/>
            <p:nvPr/>
          </p:nvGrpSpPr>
          <p:grpSpPr>
            <a:xfrm flipH="1" rot="10800000">
              <a:off x="-251128" y="-448524"/>
              <a:ext cx="2927448" cy="1464313"/>
              <a:chOff x="5324385" y="4331663"/>
              <a:chExt cx="2927448" cy="1464313"/>
            </a:xfrm>
          </p:grpSpPr>
          <p:sp>
            <p:nvSpPr>
              <p:cNvPr id="494" name="Google Shape;494;p19"/>
              <p:cNvSpPr/>
              <p:nvPr/>
            </p:nvSpPr>
            <p:spPr>
              <a:xfrm>
                <a:off x="5324385" y="4331663"/>
                <a:ext cx="2927448" cy="1464313"/>
              </a:xfrm>
              <a:custGeom>
                <a:rect b="b" l="l" r="r" t="t"/>
                <a:pathLst>
                  <a:path extrusionOk="0" h="1243" w="2485">
                    <a:moveTo>
                      <a:pt x="2485" y="1243"/>
                    </a:moveTo>
                    <a:lnTo>
                      <a:pt x="1243" y="0"/>
                    </a:lnTo>
                    <a:lnTo>
                      <a:pt x="0" y="1243"/>
                    </a:lnTo>
                    <a:lnTo>
                      <a:pt x="2485" y="124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6788697" y="4331663"/>
                <a:ext cx="1463135" cy="1464313"/>
              </a:xfrm>
              <a:custGeom>
                <a:rect b="b" l="l" r="r" t="t"/>
                <a:pathLst>
                  <a:path extrusionOk="0" h="1243" w="1242">
                    <a:moveTo>
                      <a:pt x="1242" y="1243"/>
                    </a:moveTo>
                    <a:lnTo>
                      <a:pt x="0" y="0"/>
                    </a:lnTo>
                    <a:lnTo>
                      <a:pt x="0" y="1243"/>
                    </a:lnTo>
                    <a:lnTo>
                      <a:pt x="1242" y="12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6" name="Google Shape;496;p19"/>
            <p:cNvGrpSpPr/>
            <p:nvPr/>
          </p:nvGrpSpPr>
          <p:grpSpPr>
            <a:xfrm flipH="1" rot="10800000">
              <a:off x="-1578" y="2987750"/>
              <a:ext cx="1736823" cy="2155757"/>
              <a:chOff x="-1587" y="190500"/>
              <a:chExt cx="2211387" cy="2744789"/>
            </a:xfrm>
          </p:grpSpPr>
          <p:sp>
            <p:nvSpPr>
              <p:cNvPr id="497" name="Google Shape;497;p19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9" name="Google Shape;509;p20"/>
          <p:cNvGrpSpPr/>
          <p:nvPr/>
        </p:nvGrpSpPr>
        <p:grpSpPr>
          <a:xfrm>
            <a:off x="-606221" y="-272306"/>
            <a:ext cx="10327142" cy="6382263"/>
            <a:chOff x="-606221" y="-272306"/>
            <a:chExt cx="10327142" cy="6382263"/>
          </a:xfrm>
        </p:grpSpPr>
        <p:grpSp>
          <p:nvGrpSpPr>
            <p:cNvPr id="510" name="Google Shape;510;p20"/>
            <p:cNvGrpSpPr/>
            <p:nvPr/>
          </p:nvGrpSpPr>
          <p:grpSpPr>
            <a:xfrm flipH="1">
              <a:off x="7984098" y="-272306"/>
              <a:ext cx="1736823" cy="2155757"/>
              <a:chOff x="-1587" y="190500"/>
              <a:chExt cx="2211387" cy="2744789"/>
            </a:xfrm>
          </p:grpSpPr>
          <p:sp>
            <p:nvSpPr>
              <p:cNvPr id="511" name="Google Shape;511;p20"/>
              <p:cNvSpPr/>
              <p:nvPr/>
            </p:nvSpPr>
            <p:spPr>
              <a:xfrm>
                <a:off x="1000125" y="190501"/>
                <a:ext cx="987425" cy="871538"/>
              </a:xfrm>
              <a:custGeom>
                <a:rect b="b" l="l" r="r" t="t"/>
                <a:pathLst>
                  <a:path extrusionOk="0" h="549" w="622">
                    <a:moveTo>
                      <a:pt x="0" y="0"/>
                    </a:moveTo>
                    <a:lnTo>
                      <a:pt x="549" y="549"/>
                    </a:lnTo>
                    <a:lnTo>
                      <a:pt x="622" y="476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20"/>
              <p:cNvSpPr/>
              <p:nvPr/>
            </p:nvSpPr>
            <p:spPr>
              <a:xfrm>
                <a:off x="554038" y="190501"/>
                <a:ext cx="1209675" cy="1093788"/>
              </a:xfrm>
              <a:custGeom>
                <a:rect b="b" l="l" r="r" t="t"/>
                <a:pathLst>
                  <a:path extrusionOk="0" h="689" w="762">
                    <a:moveTo>
                      <a:pt x="0" y="0"/>
                    </a:moveTo>
                    <a:lnTo>
                      <a:pt x="689" y="689"/>
                    </a:lnTo>
                    <a:lnTo>
                      <a:pt x="762" y="61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20"/>
              <p:cNvSpPr/>
              <p:nvPr/>
            </p:nvSpPr>
            <p:spPr>
              <a:xfrm>
                <a:off x="1447800" y="190500"/>
                <a:ext cx="762000" cy="647700"/>
              </a:xfrm>
              <a:custGeom>
                <a:rect b="b" l="l" r="r" t="t"/>
                <a:pathLst>
                  <a:path extrusionOk="0" h="408" w="480">
                    <a:moveTo>
                      <a:pt x="145" y="0"/>
                    </a:moveTo>
                    <a:lnTo>
                      <a:pt x="0" y="0"/>
                    </a:lnTo>
                    <a:lnTo>
                      <a:pt x="407" y="408"/>
                    </a:lnTo>
                    <a:lnTo>
                      <a:pt x="480" y="335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20"/>
              <p:cNvSpPr/>
              <p:nvPr/>
            </p:nvSpPr>
            <p:spPr>
              <a:xfrm>
                <a:off x="-1587" y="2084388"/>
                <a:ext cx="423863" cy="541338"/>
              </a:xfrm>
              <a:custGeom>
                <a:rect b="b" l="l" r="r" t="t"/>
                <a:pathLst>
                  <a:path extrusionOk="0" h="341" w="267">
                    <a:moveTo>
                      <a:pt x="0" y="145"/>
                    </a:moveTo>
                    <a:lnTo>
                      <a:pt x="195" y="341"/>
                    </a:lnTo>
                    <a:lnTo>
                      <a:pt x="267" y="268"/>
                    </a:lnTo>
                    <a:lnTo>
                      <a:pt x="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20"/>
              <p:cNvSpPr/>
              <p:nvPr/>
            </p:nvSpPr>
            <p:spPr>
              <a:xfrm>
                <a:off x="-1587" y="1636713"/>
                <a:ext cx="647700" cy="765175"/>
              </a:xfrm>
              <a:custGeom>
                <a:rect b="b" l="l" r="r" t="t"/>
                <a:pathLst>
                  <a:path extrusionOk="0" h="482" w="408">
                    <a:moveTo>
                      <a:pt x="0" y="146"/>
                    </a:moveTo>
                    <a:lnTo>
                      <a:pt x="336" y="482"/>
                    </a:lnTo>
                    <a:lnTo>
                      <a:pt x="408" y="40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20"/>
              <p:cNvSpPr/>
              <p:nvPr/>
            </p:nvSpPr>
            <p:spPr>
              <a:xfrm>
                <a:off x="-1587" y="2530476"/>
                <a:ext cx="200025" cy="404813"/>
              </a:xfrm>
              <a:custGeom>
                <a:rect b="b" l="l" r="r" t="t"/>
                <a:pathLst>
                  <a:path extrusionOk="0" h="255" w="126">
                    <a:moveTo>
                      <a:pt x="0" y="141"/>
                    </a:moveTo>
                    <a:lnTo>
                      <a:pt x="0" y="146"/>
                    </a:lnTo>
                    <a:lnTo>
                      <a:pt x="0" y="255"/>
                    </a:lnTo>
                    <a:lnTo>
                      <a:pt x="54" y="201"/>
                    </a:lnTo>
                    <a:lnTo>
                      <a:pt x="55" y="201"/>
                    </a:lnTo>
                    <a:lnTo>
                      <a:pt x="126" y="128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20"/>
              <p:cNvSpPr/>
              <p:nvPr/>
            </p:nvSpPr>
            <p:spPr>
              <a:xfrm>
                <a:off x="107950" y="190501"/>
                <a:ext cx="1430338" cy="1317625"/>
              </a:xfrm>
              <a:custGeom>
                <a:rect b="b" l="l" r="r" t="t"/>
                <a:pathLst>
                  <a:path extrusionOk="0" h="830" w="901">
                    <a:moveTo>
                      <a:pt x="0" y="0"/>
                    </a:moveTo>
                    <a:lnTo>
                      <a:pt x="830" y="830"/>
                    </a:lnTo>
                    <a:lnTo>
                      <a:pt x="901" y="757"/>
                    </a:lnTo>
                    <a:lnTo>
                      <a:pt x="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20"/>
              <p:cNvSpPr/>
              <p:nvPr/>
            </p:nvSpPr>
            <p:spPr>
              <a:xfrm>
                <a:off x="-1587" y="296863"/>
                <a:ext cx="1317625" cy="1435100"/>
              </a:xfrm>
              <a:custGeom>
                <a:rect b="b" l="l" r="r" t="t"/>
                <a:pathLst>
                  <a:path extrusionOk="0" h="904" w="830">
                    <a:moveTo>
                      <a:pt x="0" y="146"/>
                    </a:moveTo>
                    <a:lnTo>
                      <a:pt x="758" y="904"/>
                    </a:lnTo>
                    <a:lnTo>
                      <a:pt x="830" y="83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20"/>
              <p:cNvSpPr/>
              <p:nvPr/>
            </p:nvSpPr>
            <p:spPr>
              <a:xfrm>
                <a:off x="-1587" y="742951"/>
                <a:ext cx="1093788" cy="1212850"/>
              </a:xfrm>
              <a:custGeom>
                <a:rect b="b" l="l" r="r" t="t"/>
                <a:pathLst>
                  <a:path extrusionOk="0" h="764" w="689">
                    <a:moveTo>
                      <a:pt x="0" y="146"/>
                    </a:moveTo>
                    <a:lnTo>
                      <a:pt x="617" y="764"/>
                    </a:lnTo>
                    <a:lnTo>
                      <a:pt x="689" y="691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0"/>
              <p:cNvSpPr/>
              <p:nvPr/>
            </p:nvSpPr>
            <p:spPr>
              <a:xfrm>
                <a:off x="-1587" y="1190625"/>
                <a:ext cx="869950" cy="987425"/>
              </a:xfrm>
              <a:custGeom>
                <a:rect b="b" l="l" r="r" t="t"/>
                <a:pathLst>
                  <a:path extrusionOk="0" h="622" w="548">
                    <a:moveTo>
                      <a:pt x="0" y="146"/>
                    </a:moveTo>
                    <a:lnTo>
                      <a:pt x="477" y="622"/>
                    </a:lnTo>
                    <a:lnTo>
                      <a:pt x="548" y="549"/>
                    </a:lnTo>
                    <a:lnTo>
                      <a:pt x="0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0"/>
            <p:cNvGrpSpPr/>
            <p:nvPr/>
          </p:nvGrpSpPr>
          <p:grpSpPr>
            <a:xfrm flipH="1">
              <a:off x="-606221" y="3954064"/>
              <a:ext cx="2638908" cy="2155893"/>
              <a:chOff x="322263" y="3765551"/>
              <a:chExt cx="3556000" cy="2905124"/>
            </a:xfrm>
          </p:grpSpPr>
          <p:sp>
            <p:nvSpPr>
              <p:cNvPr id="522" name="Google Shape;522;p20"/>
              <p:cNvSpPr/>
              <p:nvPr/>
            </p:nvSpPr>
            <p:spPr>
              <a:xfrm>
                <a:off x="1657350" y="4716463"/>
                <a:ext cx="896938" cy="898525"/>
              </a:xfrm>
              <a:custGeom>
                <a:rect b="b" l="l" r="r" t="t"/>
                <a:pathLst>
                  <a:path extrusionOk="0" h="566" w="565">
                    <a:moveTo>
                      <a:pt x="565" y="172"/>
                    </a:moveTo>
                    <a:lnTo>
                      <a:pt x="394" y="0"/>
                    </a:lnTo>
                    <a:lnTo>
                      <a:pt x="136" y="258"/>
                    </a:lnTo>
                    <a:lnTo>
                      <a:pt x="136" y="258"/>
                    </a:lnTo>
                    <a:lnTo>
                      <a:pt x="0" y="394"/>
                    </a:lnTo>
                    <a:lnTo>
                      <a:pt x="171" y="566"/>
                    </a:lnTo>
                    <a:lnTo>
                      <a:pt x="337" y="400"/>
                    </a:lnTo>
                    <a:lnTo>
                      <a:pt x="337" y="400"/>
                    </a:lnTo>
                    <a:lnTo>
                      <a:pt x="565" y="17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0"/>
              <p:cNvSpPr/>
              <p:nvPr/>
            </p:nvSpPr>
            <p:spPr>
              <a:xfrm>
                <a:off x="1211263" y="5526088"/>
                <a:ext cx="534988" cy="534988"/>
              </a:xfrm>
              <a:custGeom>
                <a:rect b="b" l="l" r="r" t="t"/>
                <a:pathLst>
                  <a:path extrusionOk="0" h="337" w="337">
                    <a:moveTo>
                      <a:pt x="337" y="171"/>
                    </a:moveTo>
                    <a:lnTo>
                      <a:pt x="165" y="0"/>
                    </a:lnTo>
                    <a:lnTo>
                      <a:pt x="0" y="165"/>
                    </a:lnTo>
                    <a:lnTo>
                      <a:pt x="171" y="337"/>
                    </a:lnTo>
                    <a:lnTo>
                      <a:pt x="337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0"/>
              <p:cNvSpPr/>
              <p:nvPr/>
            </p:nvSpPr>
            <p:spPr>
              <a:xfrm>
                <a:off x="763588" y="5973763"/>
                <a:ext cx="536575" cy="534988"/>
              </a:xfrm>
              <a:custGeom>
                <a:rect b="b" l="l" r="r" t="t"/>
                <a:pathLst>
                  <a:path extrusionOk="0" h="337" w="338">
                    <a:moveTo>
                      <a:pt x="338" y="171"/>
                    </a:moveTo>
                    <a:lnTo>
                      <a:pt x="166" y="0"/>
                    </a:lnTo>
                    <a:lnTo>
                      <a:pt x="0" y="165"/>
                    </a:lnTo>
                    <a:lnTo>
                      <a:pt x="172" y="337"/>
                    </a:lnTo>
                    <a:lnTo>
                      <a:pt x="338" y="1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0"/>
              <p:cNvSpPr/>
              <p:nvPr/>
            </p:nvSpPr>
            <p:spPr>
              <a:xfrm>
                <a:off x="322263" y="6413500"/>
                <a:ext cx="514350" cy="257175"/>
              </a:xfrm>
              <a:custGeom>
                <a:rect b="b" l="l" r="r" t="t"/>
                <a:pathLst>
                  <a:path extrusionOk="0" h="162" w="324">
                    <a:moveTo>
                      <a:pt x="324" y="162"/>
                    </a:moveTo>
                    <a:lnTo>
                      <a:pt x="162" y="0"/>
                    </a:lnTo>
                    <a:lnTo>
                      <a:pt x="0" y="162"/>
                    </a:lnTo>
                    <a:lnTo>
                      <a:pt x="324" y="16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0"/>
              <p:cNvSpPr/>
              <p:nvPr/>
            </p:nvSpPr>
            <p:spPr>
              <a:xfrm>
                <a:off x="2490788" y="3765551"/>
                <a:ext cx="1387475" cy="1020763"/>
              </a:xfrm>
              <a:custGeom>
                <a:rect b="b" l="l" r="r" t="t"/>
                <a:pathLst>
                  <a:path extrusionOk="0" h="643" w="874">
                    <a:moveTo>
                      <a:pt x="458" y="0"/>
                    </a:moveTo>
                    <a:lnTo>
                      <a:pt x="0" y="456"/>
                    </a:lnTo>
                    <a:lnTo>
                      <a:pt x="189" y="643"/>
                    </a:lnTo>
                    <a:lnTo>
                      <a:pt x="458" y="375"/>
                    </a:lnTo>
                    <a:lnTo>
                      <a:pt x="686" y="604"/>
                    </a:lnTo>
                    <a:lnTo>
                      <a:pt x="874" y="417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imson Text SemiBold"/>
              <a:buNone/>
              <a:defRPr b="0" i="0" sz="3000" u="none" cap="none" strike="noStrike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gif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gif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2"/>
          <p:cNvSpPr txBox="1"/>
          <p:nvPr>
            <p:ph type="title"/>
          </p:nvPr>
        </p:nvSpPr>
        <p:spPr>
          <a:xfrm>
            <a:off x="186000" y="1759975"/>
            <a:ext cx="91440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latin typeface="Crimson Text"/>
                <a:ea typeface="Crimson Text"/>
                <a:cs typeface="Crimson Text"/>
                <a:sym typeface="Crimson Text"/>
              </a:rPr>
              <a:t>Backend Testing &amp; Logging</a:t>
            </a:r>
            <a:endParaRPr b="1" sz="4700">
              <a:latin typeface="Crimson Text"/>
              <a:ea typeface="Crimson Text"/>
              <a:cs typeface="Crimson Text"/>
              <a:sym typeface="Crimson Text"/>
            </a:endParaRPr>
          </a:p>
          <a:p>
            <a:pPr indent="457200" lvl="0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 sz="4700"/>
              <a:t>Session 2 </a:t>
            </a:r>
            <a:r>
              <a:rPr lang="en" sz="1700"/>
              <a:t>after  second freeze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"/>
          <p:cNvSpPr txBox="1"/>
          <p:nvPr>
            <p:ph idx="5" type="title"/>
          </p:nvPr>
        </p:nvSpPr>
        <p:spPr>
          <a:xfrm>
            <a:off x="1642288" y="1595451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01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39" name="Google Shape;539;p23"/>
          <p:cNvSpPr txBox="1"/>
          <p:nvPr>
            <p:ph idx="9" type="subTitle"/>
          </p:nvPr>
        </p:nvSpPr>
        <p:spPr>
          <a:xfrm>
            <a:off x="2314775" y="1432125"/>
            <a:ext cx="5712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What is Backend Testing &amp; </a:t>
            </a: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Why ?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40" name="Google Shape;540;p23"/>
          <p:cNvSpPr txBox="1"/>
          <p:nvPr>
            <p:ph idx="15" type="subTitle"/>
          </p:nvPr>
        </p:nvSpPr>
        <p:spPr>
          <a:xfrm>
            <a:off x="2314774" y="2803275"/>
            <a:ext cx="419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Automated VS Manual testing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41" name="Google Shape;541;p23"/>
          <p:cNvSpPr txBox="1"/>
          <p:nvPr>
            <p:ph type="title"/>
          </p:nvPr>
        </p:nvSpPr>
        <p:spPr>
          <a:xfrm>
            <a:off x="323375" y="1257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42" name="Google Shape;542;p23"/>
          <p:cNvSpPr txBox="1"/>
          <p:nvPr>
            <p:ph idx="6" type="title"/>
          </p:nvPr>
        </p:nvSpPr>
        <p:spPr>
          <a:xfrm>
            <a:off x="1642263" y="2269067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02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43" name="Google Shape;543;p23"/>
          <p:cNvSpPr txBox="1"/>
          <p:nvPr>
            <p:ph idx="14" type="subTitle"/>
          </p:nvPr>
        </p:nvSpPr>
        <p:spPr>
          <a:xfrm>
            <a:off x="2314761" y="2235808"/>
            <a:ext cx="386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Types of Backend Testing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44" name="Google Shape;544;p23"/>
          <p:cNvSpPr txBox="1"/>
          <p:nvPr>
            <p:ph idx="6" type="title"/>
          </p:nvPr>
        </p:nvSpPr>
        <p:spPr>
          <a:xfrm>
            <a:off x="1642288" y="2859782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03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45" name="Google Shape;545;p23"/>
          <p:cNvSpPr txBox="1"/>
          <p:nvPr>
            <p:ph idx="6" type="title"/>
          </p:nvPr>
        </p:nvSpPr>
        <p:spPr>
          <a:xfrm>
            <a:off x="1642300" y="3467729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04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46" name="Google Shape;546;p23"/>
          <p:cNvSpPr txBox="1"/>
          <p:nvPr>
            <p:ph idx="14" type="subTitle"/>
          </p:nvPr>
        </p:nvSpPr>
        <p:spPr>
          <a:xfrm>
            <a:off x="2314811" y="3337381"/>
            <a:ext cx="3089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The Testing Pyramid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4"/>
          <p:cNvSpPr txBox="1"/>
          <p:nvPr>
            <p:ph idx="5" type="title"/>
          </p:nvPr>
        </p:nvSpPr>
        <p:spPr>
          <a:xfrm>
            <a:off x="1642288" y="1595451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05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2" name="Google Shape;552;p24"/>
          <p:cNvSpPr txBox="1"/>
          <p:nvPr>
            <p:ph idx="9" type="subTitle"/>
          </p:nvPr>
        </p:nvSpPr>
        <p:spPr>
          <a:xfrm>
            <a:off x="2314775" y="1432125"/>
            <a:ext cx="5712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Example of Testing Tools 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3" name="Google Shape;553;p24"/>
          <p:cNvSpPr txBox="1"/>
          <p:nvPr>
            <p:ph idx="15" type="subTitle"/>
          </p:nvPr>
        </p:nvSpPr>
        <p:spPr>
          <a:xfrm>
            <a:off x="2314772" y="2803275"/>
            <a:ext cx="4876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 What Every Program Should Log ?</a:t>
            </a:r>
            <a:r>
              <a:rPr b="0" lang="en" sz="3000">
                <a:latin typeface="Crimson Text SemiBold"/>
                <a:ea typeface="Crimson Text SemiBold"/>
                <a:cs typeface="Crimson Text SemiBold"/>
                <a:sym typeface="Crimson Text SemiBold"/>
              </a:rPr>
              <a:t> </a:t>
            </a:r>
            <a:r>
              <a:rPr b="0" lang="en" sz="2600">
                <a:latin typeface="Crimson Text SemiBold"/>
                <a:ea typeface="Crimson Text SemiBold"/>
                <a:cs typeface="Crimson Text SemiBold"/>
                <a:sym typeface="Crimson Text SemiBold"/>
              </a:rPr>
              <a:t> 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4" name="Google Shape;554;p24"/>
          <p:cNvSpPr txBox="1"/>
          <p:nvPr>
            <p:ph type="title"/>
          </p:nvPr>
        </p:nvSpPr>
        <p:spPr>
          <a:xfrm>
            <a:off x="323375" y="1257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55" name="Google Shape;555;p24"/>
          <p:cNvSpPr txBox="1"/>
          <p:nvPr>
            <p:ph idx="6" type="title"/>
          </p:nvPr>
        </p:nvSpPr>
        <p:spPr>
          <a:xfrm>
            <a:off x="1642263" y="2269067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06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6" name="Google Shape;556;p24"/>
          <p:cNvSpPr txBox="1"/>
          <p:nvPr>
            <p:ph idx="14" type="subTitle"/>
          </p:nvPr>
        </p:nvSpPr>
        <p:spPr>
          <a:xfrm>
            <a:off x="2314761" y="2235808"/>
            <a:ext cx="386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What is Logging &amp; Why ?</a:t>
            </a:r>
            <a:endParaRPr sz="2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7" name="Google Shape;557;p24"/>
          <p:cNvSpPr txBox="1"/>
          <p:nvPr>
            <p:ph idx="6" type="title"/>
          </p:nvPr>
        </p:nvSpPr>
        <p:spPr>
          <a:xfrm>
            <a:off x="1642288" y="2859782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07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8" name="Google Shape;558;p24"/>
          <p:cNvSpPr txBox="1"/>
          <p:nvPr>
            <p:ph idx="6" type="title"/>
          </p:nvPr>
        </p:nvSpPr>
        <p:spPr>
          <a:xfrm>
            <a:off x="1642300" y="3467729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08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59" name="Google Shape;559;p24"/>
          <p:cNvSpPr txBox="1"/>
          <p:nvPr>
            <p:ph idx="14" type="subTitle"/>
          </p:nvPr>
        </p:nvSpPr>
        <p:spPr>
          <a:xfrm>
            <a:off x="2314800" y="3337375"/>
            <a:ext cx="6189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rimson Text"/>
                <a:ea typeface="Crimson Text"/>
                <a:cs typeface="Crimson Text"/>
                <a:sym typeface="Crimson Text"/>
              </a:rPr>
              <a:t>Core Components of a Log Message</a:t>
            </a:r>
            <a:endParaRPr sz="18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60" name="Google Shape;560;p24"/>
          <p:cNvSpPr txBox="1"/>
          <p:nvPr/>
        </p:nvSpPr>
        <p:spPr>
          <a:xfrm>
            <a:off x="2427425" y="4021075"/>
            <a:ext cx="407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Log Levels &amp; Logging Ideals </a:t>
            </a:r>
            <a:endParaRPr/>
          </a:p>
        </p:txBody>
      </p:sp>
      <p:sp>
        <p:nvSpPr>
          <p:cNvPr id="561" name="Google Shape;561;p24"/>
          <p:cNvSpPr txBox="1"/>
          <p:nvPr>
            <p:ph idx="6" type="title"/>
          </p:nvPr>
        </p:nvSpPr>
        <p:spPr>
          <a:xfrm>
            <a:off x="1642275" y="4075679"/>
            <a:ext cx="8655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latin typeface="Crimson Text"/>
                <a:ea typeface="Crimson Text"/>
                <a:cs typeface="Crimson Text"/>
                <a:sym typeface="Crimson Text"/>
              </a:rPr>
              <a:t>09</a:t>
            </a:r>
            <a:endParaRPr b="1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5"/>
          <p:cNvSpPr txBox="1"/>
          <p:nvPr>
            <p:ph type="title"/>
          </p:nvPr>
        </p:nvSpPr>
        <p:spPr>
          <a:xfrm>
            <a:off x="2087075" y="658500"/>
            <a:ext cx="59487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3904"/>
              <a:t>What is Backend Testing</a:t>
            </a:r>
            <a:endParaRPr sz="3398"/>
          </a:p>
        </p:txBody>
      </p:sp>
      <p:sp>
        <p:nvSpPr>
          <p:cNvPr id="567" name="Google Shape;567;p25"/>
          <p:cNvSpPr txBox="1"/>
          <p:nvPr>
            <p:ph idx="2" type="title"/>
          </p:nvPr>
        </p:nvSpPr>
        <p:spPr>
          <a:xfrm>
            <a:off x="1108225" y="690150"/>
            <a:ext cx="11853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01</a:t>
            </a:r>
            <a:endParaRPr sz="7077"/>
          </a:p>
        </p:txBody>
      </p:sp>
      <p:pic>
        <p:nvPicPr>
          <p:cNvPr id="568" name="Google Shape;568;p25" title="karkar-mohamed-saad.gif"/>
          <p:cNvPicPr preferRelativeResize="0"/>
          <p:nvPr/>
        </p:nvPicPr>
        <p:blipFill rotWithShape="1">
          <a:blip r:embed="rId3">
            <a:alphaModFix/>
          </a:blip>
          <a:srcRect b="7502" l="0" r="0" t="0"/>
          <a:stretch/>
        </p:blipFill>
        <p:spPr>
          <a:xfrm>
            <a:off x="1759800" y="2154325"/>
            <a:ext cx="5661100" cy="26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6"/>
          <p:cNvSpPr txBox="1"/>
          <p:nvPr>
            <p:ph type="title"/>
          </p:nvPr>
        </p:nvSpPr>
        <p:spPr>
          <a:xfrm>
            <a:off x="641900" y="3182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Backend Testing</a:t>
            </a:r>
            <a:endParaRPr/>
          </a:p>
        </p:txBody>
      </p:sp>
      <p:sp>
        <p:nvSpPr>
          <p:cNvPr id="574" name="Google Shape;574;p26"/>
          <p:cNvSpPr txBox="1"/>
          <p:nvPr>
            <p:ph idx="2" type="subTitle"/>
          </p:nvPr>
        </p:nvSpPr>
        <p:spPr>
          <a:xfrm>
            <a:off x="357475" y="1020963"/>
            <a:ext cx="85725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rimson Text SemiBold"/>
              <a:buChar char="●"/>
            </a:pPr>
            <a:r>
              <a:rPr lang="en" sz="2100">
                <a:solidFill>
                  <a:srgbClr val="000000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Backend testing is the process of </a:t>
            </a:r>
            <a:r>
              <a:rPr b="1" lang="en" sz="2100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verifying the server-side components </a:t>
            </a:r>
            <a:r>
              <a:rPr lang="en" sz="2100">
                <a:solidFill>
                  <a:srgbClr val="000000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of an application</a:t>
            </a:r>
            <a:endParaRPr sz="2100">
              <a:solidFill>
                <a:srgbClr val="000000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6195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rimson Text SemiBold"/>
              <a:buChar char="●"/>
            </a:pPr>
            <a:r>
              <a:rPr lang="en" sz="2100">
                <a:solidFill>
                  <a:srgbClr val="000000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including the </a:t>
            </a:r>
            <a:r>
              <a:rPr b="1" lang="en" sz="2100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application logic, APIs, server operations, and database</a:t>
            </a:r>
            <a:endParaRPr b="1" sz="2100">
              <a:solidFill>
                <a:srgbClr val="000000"/>
              </a:solidFill>
              <a:latin typeface="Crimson Text"/>
              <a:ea typeface="Crimson Text"/>
              <a:cs typeface="Crimson Text"/>
              <a:sym typeface="Crimson Text"/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6195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rimson Text SemiBold"/>
              <a:buChar char="●"/>
            </a:pPr>
            <a:r>
              <a:rPr lang="en" sz="2100">
                <a:solidFill>
                  <a:srgbClr val="000000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to ensure they function correctly, process data accurately, maintain data integrity, and handle requests reliably without errors. </a:t>
            </a:r>
            <a:endParaRPr sz="2100">
              <a:solidFill>
                <a:srgbClr val="000000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6195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rimson Text SemiBold"/>
              <a:buChar char="●"/>
            </a:pPr>
            <a:r>
              <a:rPr lang="en" sz="2100">
                <a:solidFill>
                  <a:srgbClr val="000000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Its primary goal is to identify defects in the backend before they affect the application's functionality, performance, or users.</a:t>
            </a:r>
            <a:endParaRPr sz="3200">
              <a:latin typeface="Crimson Text SemiBold"/>
              <a:ea typeface="Crimson Text SemiBold"/>
              <a:cs typeface="Crimson Text SemiBold"/>
              <a:sym typeface="Crimson Tex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7"/>
          <p:cNvSpPr txBox="1"/>
          <p:nvPr>
            <p:ph type="title"/>
          </p:nvPr>
        </p:nvSpPr>
        <p:spPr>
          <a:xfrm>
            <a:off x="2272675" y="789050"/>
            <a:ext cx="59487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Crimson Text"/>
                <a:ea typeface="Crimson Text"/>
                <a:cs typeface="Crimson Text"/>
                <a:sym typeface="Crimson Text"/>
              </a:rPr>
              <a:t>Types of Backend Testing</a:t>
            </a:r>
            <a:endParaRPr b="1" sz="4704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580" name="Google Shape;580;p27"/>
          <p:cNvSpPr txBox="1"/>
          <p:nvPr>
            <p:ph idx="2" type="title"/>
          </p:nvPr>
        </p:nvSpPr>
        <p:spPr>
          <a:xfrm>
            <a:off x="922625" y="820700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02</a:t>
            </a:r>
            <a:endParaRPr sz="7077"/>
          </a:p>
        </p:txBody>
      </p:sp>
      <p:pic>
        <p:nvPicPr>
          <p:cNvPr id="581" name="Google Shape;581;p27" title="giphy.gif"/>
          <p:cNvPicPr preferRelativeResize="0"/>
          <p:nvPr/>
        </p:nvPicPr>
        <p:blipFill rotWithShape="1">
          <a:blip r:embed="rId3">
            <a:alphaModFix/>
          </a:blip>
          <a:srcRect b="0" l="1942" r="0" t="0"/>
          <a:stretch/>
        </p:blipFill>
        <p:spPr>
          <a:xfrm>
            <a:off x="2688975" y="2062225"/>
            <a:ext cx="3766048" cy="28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8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291375" y="1197925"/>
            <a:ext cx="87408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. Manual Testing:</a:t>
            </a:r>
            <a:endParaRPr b="1" sz="1800">
              <a:solidFill>
                <a:schemeClr val="dk1"/>
              </a:solidFill>
              <a:highlight>
                <a:srgbClr val="E6B8A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88" name="Google Shape;588;p28"/>
          <p:cNvSpPr txBox="1"/>
          <p:nvPr/>
        </p:nvSpPr>
        <p:spPr>
          <a:xfrm>
            <a:off x="412900" y="1876100"/>
            <a:ext cx="74505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Crimson Text"/>
                <a:ea typeface="Crimson Text"/>
                <a:cs typeface="Crimson Text"/>
                <a:sym typeface="Crimson Text"/>
              </a:rPr>
              <a:t>Manual testing</a:t>
            </a:r>
            <a:r>
              <a:rPr lang="en" sz="2400">
                <a:latin typeface="Crimson Text SemiBold"/>
                <a:ea typeface="Crimson Text SemiBold"/>
                <a:cs typeface="Crimson Text SemiBold"/>
                <a:sym typeface="Crimson Text SemiBold"/>
              </a:rPr>
              <a:t> is the process of verifying a software application by </a:t>
            </a:r>
            <a:r>
              <a:rPr b="1" lang="en" sz="2400">
                <a:latin typeface="Crimson Text"/>
                <a:ea typeface="Crimson Text"/>
                <a:cs typeface="Crimson Text"/>
                <a:sym typeface="Crimson Text"/>
              </a:rPr>
              <a:t>executing test cases manually</a:t>
            </a:r>
            <a:r>
              <a:rPr lang="en" sz="2400">
                <a:latin typeface="Crimson Text SemiBold"/>
                <a:ea typeface="Crimson Text SemiBold"/>
                <a:cs typeface="Crimson Text SemiBold"/>
                <a:sym typeface="Crimson Text SemiBold"/>
              </a:rPr>
              <a:t>, without using automation tools or scripts. A tester interacts with the application as a real user would, checking whether it behaves according to the requirements and reporting any defects found.</a:t>
            </a:r>
            <a:r>
              <a:rPr lang="en" sz="2600">
                <a:latin typeface="Crimson Text SemiBold"/>
                <a:ea typeface="Crimson Text SemiBold"/>
                <a:cs typeface="Crimson Text SemiBold"/>
                <a:sym typeface="Crimson Text SemiBold"/>
              </a:rPr>
              <a:t> </a:t>
            </a:r>
            <a:endParaRPr sz="2600">
              <a:latin typeface="Crimson Text SemiBold"/>
              <a:ea typeface="Crimson Text SemiBold"/>
              <a:cs typeface="Crimson Text SemiBold"/>
              <a:sym typeface="Crimson Tex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94" name="Google Shape;594;p29"/>
          <p:cNvSpPr txBox="1"/>
          <p:nvPr/>
        </p:nvSpPr>
        <p:spPr>
          <a:xfrm>
            <a:off x="223275" y="1081225"/>
            <a:ext cx="8740800" cy="4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2. Automation Testing</a:t>
            </a: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:</a:t>
            </a:r>
            <a:endParaRPr b="1" sz="1800">
              <a:solidFill>
                <a:schemeClr val="dk1"/>
              </a:solidFill>
              <a:highlight>
                <a:srgbClr val="E6B8A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rimson Text SemiBold"/>
              <a:buChar char="●"/>
            </a:pPr>
            <a:r>
              <a:rPr lang="en" sz="2000">
                <a:latin typeface="Crimson Text SemiBold"/>
                <a:ea typeface="Crimson Text SemiBold"/>
                <a:cs typeface="Crimson Text SemiBold"/>
                <a:sym typeface="Crimson Text SemiBold"/>
              </a:rPr>
              <a:t>is a software testing approach in which test cases are executed using tools and scripts instead of being performed manually. </a:t>
            </a:r>
            <a:endParaRPr sz="2000"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rimson Text SemiBold"/>
              <a:buChar char="●"/>
            </a:pPr>
            <a:r>
              <a:rPr lang="en" sz="2000">
                <a:latin typeface="Crimson Text SemiBold"/>
                <a:ea typeface="Crimson Text SemiBold"/>
                <a:cs typeface="Crimson Text SemiBold"/>
                <a:sym typeface="Crimson Text SemiBold"/>
              </a:rPr>
              <a:t>It helps teams test applications faster, improve accuracy, reduce repetitive effort, and support frequent releases in modern development environments.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Crimson Text SemiBold"/>
                <a:ea typeface="Crimson Text SemiBold"/>
                <a:cs typeface="Crimson Text SemiBold"/>
                <a:sym typeface="Crimson Text SemiBold"/>
              </a:rPr>
              <a:t>types:</a:t>
            </a:r>
            <a:endParaRPr b="1" sz="1600"/>
          </a:p>
          <a:p>
            <a:pPr indent="-342900" lvl="0" marL="1371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i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Executes test cases automatically using tools and scripts</a:t>
            </a:r>
            <a:endParaRPr b="1" i="1" sz="1900">
              <a:solidFill>
                <a:schemeClr val="dk1"/>
              </a:solidFill>
              <a:latin typeface="Crimson Text"/>
              <a:ea typeface="Crimson Text"/>
              <a:cs typeface="Crimson Text"/>
              <a:sym typeface="Crimson Text"/>
            </a:endParaRPr>
          </a:p>
          <a:p>
            <a:pPr indent="-34290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Used for repetitive, stable, and high-value test scenarios</a:t>
            </a:r>
            <a:endParaRPr b="1" i="1" sz="1900">
              <a:solidFill>
                <a:schemeClr val="dk1"/>
              </a:solidFill>
              <a:latin typeface="Crimson Text"/>
              <a:ea typeface="Crimson Text"/>
              <a:cs typeface="Crimson Text"/>
              <a:sym typeface="Crimson Text"/>
            </a:endParaRPr>
          </a:p>
          <a:p>
            <a:pPr indent="-34290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Commonly applied in regression, smoke, API, and CI/CD-based testing</a:t>
            </a:r>
            <a:endParaRPr b="1" i="1" sz="1900">
              <a:solidFill>
                <a:schemeClr val="dk1"/>
              </a:solidFill>
              <a:latin typeface="Crimson Text"/>
              <a:ea typeface="Crimson Text"/>
              <a:cs typeface="Crimson Text"/>
              <a:sym typeface="Crimson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0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00" name="Google Shape;600;p30"/>
          <p:cNvSpPr txBox="1"/>
          <p:nvPr/>
        </p:nvSpPr>
        <p:spPr>
          <a:xfrm>
            <a:off x="602400" y="1081225"/>
            <a:ext cx="7821900" cy="48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3. Functional Testing</a:t>
            </a:r>
            <a:endParaRPr b="1" i="1" sz="2200">
              <a:solidFill>
                <a:schemeClr val="dk2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2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Functional Testing</a:t>
            </a:r>
            <a:r>
              <a:rPr lang="en" sz="1700"/>
              <a:t> is a type of testing that verifies </a:t>
            </a:r>
            <a:r>
              <a:rPr b="1" lang="en" sz="1700"/>
              <a:t>what the software does</a:t>
            </a:r>
            <a:r>
              <a:rPr lang="en" sz="1700"/>
              <a:t>. It checks whether each feature behaves according to the specified functional requirements, regardless of how the code is implemented.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 functional testing, the tester provides inputs, performs actions, and verifies that the outputs match the expected results. The internal code, algorithms, and implementation details are not the focus.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1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606" name="Google Shape;6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350" y="1176175"/>
            <a:ext cx="617580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2"/>
          <p:cNvSpPr txBox="1"/>
          <p:nvPr>
            <p:ph type="title"/>
          </p:nvPr>
        </p:nvSpPr>
        <p:spPr>
          <a:xfrm>
            <a:off x="720000" y="2145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12" name="Google Shape;612;p32"/>
          <p:cNvSpPr txBox="1"/>
          <p:nvPr/>
        </p:nvSpPr>
        <p:spPr>
          <a:xfrm>
            <a:off x="720000" y="940700"/>
            <a:ext cx="80679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660000"/>
                </a:solidFill>
                <a:latin typeface="Crimson Text"/>
                <a:ea typeface="Crimson Text"/>
                <a:cs typeface="Crimson Text"/>
                <a:sym typeface="Crimson Text"/>
              </a:rPr>
              <a:t>White Box Testing:</a:t>
            </a:r>
            <a:endParaRPr b="1" sz="2100">
              <a:solidFill>
                <a:srgbClr val="660000"/>
              </a:solidFill>
              <a:latin typeface="Crimson Text"/>
              <a:ea typeface="Crimson Text"/>
              <a:cs typeface="Crimson Text"/>
              <a:sym typeface="Crimson Tex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9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is a software testing technique where the tester has </a:t>
            </a:r>
            <a:r>
              <a:rPr b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knowledge of the internal code and structure </a:t>
            </a:r>
            <a:r>
              <a:rPr lang="en" sz="19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of the application. It focuses on verifying the flow of logic, conditions, and code paths to ensure the program works correctly.</a:t>
            </a:r>
            <a:endParaRPr sz="19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492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rimson Text SemiBold"/>
              <a:buChar char="●"/>
            </a:pPr>
            <a:r>
              <a:rPr lang="en" sz="19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test cases are derived from the </a:t>
            </a:r>
            <a:r>
              <a:rPr b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source code, control flow, branches, and implementation</a:t>
            </a:r>
            <a:r>
              <a:rPr lang="en" sz="19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 details</a:t>
            </a:r>
            <a:r>
              <a:rPr lang="en" sz="1100"/>
              <a:t>. </a:t>
            </a:r>
            <a:endParaRPr sz="19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</p:txBody>
      </p:sp>
      <p:sp>
        <p:nvSpPr>
          <p:cNvPr id="613" name="Google Shape;613;p32"/>
          <p:cNvSpPr txBox="1"/>
          <p:nvPr/>
        </p:nvSpPr>
        <p:spPr>
          <a:xfrm>
            <a:off x="529625" y="3580950"/>
            <a:ext cx="7704000" cy="1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Examples:</a:t>
            </a:r>
            <a:endParaRPr i="1" sz="20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rimson Text SemiBold"/>
              <a:buChar char="●"/>
            </a:pPr>
            <a:r>
              <a:rPr i="1" lang="en" sz="1550">
                <a:solidFill>
                  <a:srgbClr val="273239"/>
                </a:solidFill>
                <a:highlight>
                  <a:srgbClr val="F9F9F9"/>
                </a:highlight>
                <a:latin typeface="Nunito"/>
                <a:ea typeface="Nunito"/>
                <a:cs typeface="Nunito"/>
                <a:sym typeface="Nunito"/>
              </a:rPr>
              <a:t>A developer tests a login function by checking all code paths such as valid login, invalid password, and empty fields to ensure every condition works correctly.</a:t>
            </a:r>
            <a:r>
              <a:rPr lang="en" sz="1300"/>
              <a:t> </a:t>
            </a:r>
            <a:endParaRPr i="1" sz="20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"/>
          <p:cNvSpPr txBox="1"/>
          <p:nvPr>
            <p:ph type="title"/>
          </p:nvPr>
        </p:nvSpPr>
        <p:spPr>
          <a:xfrm>
            <a:off x="720000" y="2145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619" name="Google Shape;6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375" y="1299982"/>
            <a:ext cx="5096125" cy="35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4"/>
          <p:cNvSpPr txBox="1"/>
          <p:nvPr>
            <p:ph type="title"/>
          </p:nvPr>
        </p:nvSpPr>
        <p:spPr>
          <a:xfrm>
            <a:off x="720000" y="2145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25" name="Google Shape;625;p34"/>
          <p:cNvSpPr txBox="1"/>
          <p:nvPr/>
        </p:nvSpPr>
        <p:spPr>
          <a:xfrm>
            <a:off x="720000" y="787250"/>
            <a:ext cx="67593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60000"/>
                </a:solidFill>
                <a:latin typeface="Crimson Text"/>
                <a:ea typeface="Crimson Text"/>
                <a:cs typeface="Crimson Text"/>
                <a:sym typeface="Crimson Text"/>
              </a:rPr>
              <a:t>Black </a:t>
            </a:r>
            <a:r>
              <a:rPr b="1" lang="en" sz="2000">
                <a:solidFill>
                  <a:srgbClr val="660000"/>
                </a:solidFill>
                <a:latin typeface="Crimson Text"/>
                <a:ea typeface="Crimson Text"/>
                <a:cs typeface="Crimson Text"/>
                <a:sym typeface="Crimson Text"/>
              </a:rPr>
              <a:t>Box Testing:</a:t>
            </a:r>
            <a:endParaRPr b="1" sz="2000">
              <a:solidFill>
                <a:srgbClr val="660000"/>
              </a:solidFill>
              <a:latin typeface="Crimson Text"/>
              <a:ea typeface="Crimson Text"/>
              <a:cs typeface="Crimson Text"/>
              <a:sym typeface="Crimson Text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rimson Text SemiBold"/>
              <a:buChar char="●"/>
            </a:pPr>
            <a:r>
              <a:rPr lang="en" sz="18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is a software testing technique where the </a:t>
            </a:r>
            <a:r>
              <a:rPr b="1" lang="en" sz="18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internal code or structure of the application is not known to the tester</a:t>
            </a:r>
            <a:r>
              <a:rPr lang="en" sz="18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. It focuses only on verifying the </a:t>
            </a:r>
            <a:r>
              <a:rPr b="1" lang="en" sz="18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functionality of the software </a:t>
            </a:r>
            <a:r>
              <a:rPr lang="en" sz="18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based on input and expected output. It ensures the system behaves as per user requirements. </a:t>
            </a:r>
            <a:endParaRPr sz="18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Text SemiBold"/>
              <a:buChar char="●"/>
            </a:pPr>
            <a:r>
              <a:rPr lang="en" sz="18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Test cases are derived from </a:t>
            </a:r>
            <a:r>
              <a:rPr b="1" lang="en" sz="18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requirements, specifications, and expected behavior.</a:t>
            </a:r>
            <a:endParaRPr b="1" sz="1800">
              <a:solidFill>
                <a:schemeClr val="dk1"/>
              </a:solidFill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626" name="Google Shape;626;p34"/>
          <p:cNvSpPr txBox="1"/>
          <p:nvPr/>
        </p:nvSpPr>
        <p:spPr>
          <a:xfrm>
            <a:off x="511675" y="3591275"/>
            <a:ext cx="77040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Crimson Text SemiBold"/>
                <a:ea typeface="Crimson Text SemiBold"/>
                <a:cs typeface="Crimson Text SemiBold"/>
                <a:sym typeface="Crimson Text SemiBold"/>
              </a:rPr>
              <a:t>Examples:</a:t>
            </a:r>
            <a:endParaRPr i="1" sz="20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50">
                <a:solidFill>
                  <a:srgbClr val="273239"/>
                </a:solidFill>
                <a:highlight>
                  <a:srgbClr val="F9F9F9"/>
                </a:highlight>
                <a:latin typeface="Nunito"/>
                <a:ea typeface="Nunito"/>
                <a:cs typeface="Nunito"/>
                <a:sym typeface="Nunito"/>
              </a:rPr>
              <a:t>A tester verifies a login page by entering username and password and checks whether the user is able to log in successfully. The internal code or logic is not considered while testing.</a:t>
            </a:r>
            <a:r>
              <a:rPr lang="en" sz="1300"/>
              <a:t> </a:t>
            </a:r>
            <a:endParaRPr i="1" sz="2000">
              <a:solidFill>
                <a:schemeClr val="dk1"/>
              </a:solidFill>
              <a:latin typeface="Crimson Text SemiBold"/>
              <a:ea typeface="Crimson Text SemiBold"/>
              <a:cs typeface="Crimson Text SemiBold"/>
              <a:sym typeface="Crimson Text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5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32" name="Google Shape;632;p35"/>
          <p:cNvSpPr txBox="1"/>
          <p:nvPr/>
        </p:nvSpPr>
        <p:spPr>
          <a:xfrm>
            <a:off x="602400" y="1081225"/>
            <a:ext cx="7821900" cy="3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4. Non-Functional Testin</a:t>
            </a:r>
            <a:r>
              <a:rPr b="1" i="1" lang="en" sz="2200">
                <a:solidFill>
                  <a:schemeClr val="dk2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g</a:t>
            </a:r>
            <a:endParaRPr b="1" sz="1800">
              <a:highlight>
                <a:srgbClr val="E6B8A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rimson Text SemiBold"/>
              <a:buChar char="●"/>
            </a:pPr>
            <a:r>
              <a:rPr lang="en" sz="2000">
                <a:latin typeface="Crimson Text SemiBold"/>
                <a:ea typeface="Crimson Text SemiBold"/>
                <a:cs typeface="Crimson Text SemiBold"/>
                <a:sym typeface="Crimson Text SemiBold"/>
              </a:rPr>
              <a:t>is the process of performing load testing, stress testing, and checking minimum system requirements are required to meet the requirements. </a:t>
            </a:r>
            <a:endParaRPr sz="2000">
              <a:latin typeface="Crimson Text SemiBold"/>
              <a:ea typeface="Crimson Text SemiBold"/>
              <a:cs typeface="Crimson Text SemiBold"/>
              <a:sym typeface="Crimson Text SemiBold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rimson Text SemiBold"/>
              <a:buChar char="●"/>
            </a:pPr>
            <a:r>
              <a:rPr lang="en" sz="2000">
                <a:latin typeface="Crimson Text SemiBold"/>
                <a:ea typeface="Crimson Text SemiBold"/>
                <a:cs typeface="Crimson Text SemiBold"/>
                <a:sym typeface="Crimson Text SemiBold"/>
              </a:rPr>
              <a:t>It will also detect risks, and errors and optimize the performance of the database. 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Crimson Text SemiBold"/>
                <a:ea typeface="Crimson Text SemiBold"/>
                <a:cs typeface="Crimson Text SemiBold"/>
                <a:sym typeface="Crimson Text SemiBold"/>
              </a:rPr>
              <a:t>Common types:</a:t>
            </a:r>
            <a:endParaRPr b="1" sz="1800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i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Load Testing</a:t>
            </a:r>
            <a:r>
              <a:rPr lang="en" sz="1800"/>
              <a:t>: </a:t>
            </a:r>
            <a:r>
              <a:rPr lang="en" sz="1600">
                <a:latin typeface="Crimson Text"/>
                <a:ea typeface="Crimson Text"/>
                <a:cs typeface="Crimson Text"/>
                <a:sym typeface="Crimson Text"/>
              </a:rPr>
              <a:t>Measures performance under expected user load.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 sz="19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Stress Testing</a:t>
            </a:r>
            <a:r>
              <a:rPr lang="en" sz="1800"/>
              <a:t>: </a:t>
            </a:r>
            <a:r>
              <a:rPr lang="en" sz="1600">
                <a:latin typeface="Crimson Text"/>
                <a:ea typeface="Crimson Text"/>
                <a:cs typeface="Crimson Text"/>
                <a:sym typeface="Crimson Text"/>
              </a:rPr>
              <a:t>Determines system behavior beyond normal capacity.</a:t>
            </a:r>
            <a:endParaRPr sz="1600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6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Backend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638" name="Google Shape;638;p36"/>
          <p:cNvPicPr preferRelativeResize="0"/>
          <p:nvPr/>
        </p:nvPicPr>
        <p:blipFill rotWithShape="1">
          <a:blip r:embed="rId3">
            <a:alphaModFix/>
          </a:blip>
          <a:srcRect b="250" l="0" r="0" t="-250"/>
          <a:stretch/>
        </p:blipFill>
        <p:spPr>
          <a:xfrm>
            <a:off x="1219400" y="1212074"/>
            <a:ext cx="6705199" cy="35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7"/>
          <p:cNvSpPr txBox="1"/>
          <p:nvPr>
            <p:ph type="title"/>
          </p:nvPr>
        </p:nvSpPr>
        <p:spPr>
          <a:xfrm>
            <a:off x="1584250" y="389825"/>
            <a:ext cx="6682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en" sz="3800">
                <a:latin typeface="Crimson Text"/>
                <a:ea typeface="Crimson Text"/>
                <a:cs typeface="Crimson Text"/>
                <a:sym typeface="Crimson Text"/>
              </a:rPr>
              <a:t>Automated VS Manual testing</a:t>
            </a:r>
            <a:endParaRPr b="1" sz="42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644" name="Google Shape;644;p37"/>
          <p:cNvSpPr txBox="1"/>
          <p:nvPr>
            <p:ph idx="2" type="title"/>
          </p:nvPr>
        </p:nvSpPr>
        <p:spPr>
          <a:xfrm>
            <a:off x="631900" y="421475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03</a:t>
            </a:r>
            <a:endParaRPr sz="7077"/>
          </a:p>
        </p:txBody>
      </p:sp>
      <p:pic>
        <p:nvPicPr>
          <p:cNvPr id="645" name="Google Shape;645;p37" title="automation-audio-engine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13" y="1586025"/>
            <a:ext cx="4799175" cy="34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8"/>
          <p:cNvSpPr txBox="1"/>
          <p:nvPr>
            <p:ph type="title"/>
          </p:nvPr>
        </p:nvSpPr>
        <p:spPr>
          <a:xfrm>
            <a:off x="627075" y="315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VS Manual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51" name="Google Shape;651;p38"/>
          <p:cNvSpPr txBox="1"/>
          <p:nvPr/>
        </p:nvSpPr>
        <p:spPr>
          <a:xfrm>
            <a:off x="661050" y="1150925"/>
            <a:ext cx="782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85200C"/>
                </a:solidFill>
              </a:rPr>
              <a:t>Manual</a:t>
            </a:r>
            <a:endParaRPr sz="1600"/>
          </a:p>
        </p:txBody>
      </p:sp>
      <p:sp>
        <p:nvSpPr>
          <p:cNvPr id="652" name="Google Shape;652;p38"/>
          <p:cNvSpPr txBox="1"/>
          <p:nvPr/>
        </p:nvSpPr>
        <p:spPr>
          <a:xfrm>
            <a:off x="4026775" y="11509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85200C"/>
                </a:solidFill>
              </a:rPr>
              <a:t>Automated</a:t>
            </a:r>
            <a:endParaRPr sz="1700"/>
          </a:p>
        </p:txBody>
      </p:sp>
      <p:sp>
        <p:nvSpPr>
          <p:cNvPr id="653" name="Google Shape;653;p38"/>
          <p:cNvSpPr txBox="1"/>
          <p:nvPr/>
        </p:nvSpPr>
        <p:spPr>
          <a:xfrm>
            <a:off x="661050" y="1921200"/>
            <a:ext cx="9209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Needs a human						Automated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Takes time							Less time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Repeat for each new feature		Refactor with Confidence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Doesn't help with code				Write a better code</a:t>
            </a:r>
            <a:endParaRPr b="1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9"/>
          <p:cNvSpPr txBox="1"/>
          <p:nvPr>
            <p:ph type="title"/>
          </p:nvPr>
        </p:nvSpPr>
        <p:spPr>
          <a:xfrm>
            <a:off x="627075" y="402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both Automated &amp; Manual testing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59" name="Google Shape;659;p39"/>
          <p:cNvSpPr txBox="1"/>
          <p:nvPr/>
        </p:nvSpPr>
        <p:spPr>
          <a:xfrm>
            <a:off x="661050" y="1150925"/>
            <a:ext cx="782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85200C"/>
                </a:solidFill>
              </a:rPr>
              <a:t>Automated	</a:t>
            </a:r>
            <a:endParaRPr sz="1600"/>
          </a:p>
        </p:txBody>
      </p:sp>
      <p:sp>
        <p:nvSpPr>
          <p:cNvPr id="660" name="Google Shape;660;p39"/>
          <p:cNvSpPr txBox="1"/>
          <p:nvPr/>
        </p:nvSpPr>
        <p:spPr>
          <a:xfrm>
            <a:off x="4901875" y="1923475"/>
            <a:ext cx="4335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Regression Testing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Smoke Testing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Data-Driven Testing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Business-Critical Testing</a:t>
            </a:r>
            <a:endParaRPr b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Deterministic Testing</a:t>
            </a:r>
            <a:endParaRPr b="1" sz="2000"/>
          </a:p>
        </p:txBody>
      </p:sp>
      <p:sp>
        <p:nvSpPr>
          <p:cNvPr id="661" name="Google Shape;661;p39"/>
          <p:cNvSpPr txBox="1"/>
          <p:nvPr/>
        </p:nvSpPr>
        <p:spPr>
          <a:xfrm>
            <a:off x="542050" y="1719125"/>
            <a:ext cx="3879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Exploratory Testing</a:t>
            </a:r>
            <a:endParaRPr b="1" sz="20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Usability Testing</a:t>
            </a:r>
            <a:endParaRPr b="1" sz="20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Visual Validation </a:t>
            </a:r>
            <a:endParaRPr b="1" sz="20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Ad-hoc Testing</a:t>
            </a:r>
            <a:endParaRPr sz="2000"/>
          </a:p>
        </p:txBody>
      </p:sp>
      <p:sp>
        <p:nvSpPr>
          <p:cNvPr id="662" name="Google Shape;662;p39"/>
          <p:cNvSpPr txBox="1"/>
          <p:nvPr/>
        </p:nvSpPr>
        <p:spPr>
          <a:xfrm>
            <a:off x="4421750" y="11509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85200C"/>
                </a:solidFill>
              </a:rPr>
              <a:t>Manual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0"/>
          <p:cNvSpPr txBox="1"/>
          <p:nvPr>
            <p:ph type="title"/>
          </p:nvPr>
        </p:nvSpPr>
        <p:spPr>
          <a:xfrm>
            <a:off x="627075" y="402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TDD &amp; BDD</a:t>
            </a:r>
            <a:endParaRPr/>
          </a:p>
        </p:txBody>
      </p:sp>
      <p:sp>
        <p:nvSpPr>
          <p:cNvPr id="668" name="Google Shape;668;p40"/>
          <p:cNvSpPr txBox="1"/>
          <p:nvPr/>
        </p:nvSpPr>
        <p:spPr>
          <a:xfrm>
            <a:off x="709150" y="1118350"/>
            <a:ext cx="7460400" cy="3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Test Driven Development (TDD):</a:t>
            </a:r>
            <a:endParaRPr sz="21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Test Driven Development (TDD) is a software development approach where automated </a:t>
            </a:r>
            <a:r>
              <a:rPr b="1" lang="en" sz="2100"/>
              <a:t>tests are created first</a:t>
            </a:r>
            <a:r>
              <a:rPr lang="en" sz="2100"/>
              <a:t> to define expected functionality before implementation begins.</a:t>
            </a:r>
            <a:endParaRPr sz="21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It ensures that every feature is developed only after defining its expected behavior through tests, which helps improve code quality and reduce bugs.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/>
          <p:nvPr>
            <p:ph type="title"/>
          </p:nvPr>
        </p:nvSpPr>
        <p:spPr>
          <a:xfrm>
            <a:off x="627075" y="402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TDD &amp; BDD</a:t>
            </a:r>
            <a:endParaRPr/>
          </a:p>
        </p:txBody>
      </p:sp>
      <p:sp>
        <p:nvSpPr>
          <p:cNvPr id="674" name="Google Shape;674;p41"/>
          <p:cNvSpPr txBox="1"/>
          <p:nvPr/>
        </p:nvSpPr>
        <p:spPr>
          <a:xfrm>
            <a:off x="709150" y="1118350"/>
            <a:ext cx="7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Test Driven Development (TDD):</a:t>
            </a:r>
            <a:endParaRPr sz="2100"/>
          </a:p>
        </p:txBody>
      </p:sp>
      <p:pic>
        <p:nvPicPr>
          <p:cNvPr id="675" name="Google Shape;67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450" y="1769875"/>
            <a:ext cx="5878384" cy="32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2"/>
          <p:cNvSpPr txBox="1"/>
          <p:nvPr>
            <p:ph type="title"/>
          </p:nvPr>
        </p:nvSpPr>
        <p:spPr>
          <a:xfrm>
            <a:off x="627075" y="402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TDD &amp; BDD</a:t>
            </a:r>
            <a:endParaRPr/>
          </a:p>
        </p:txBody>
      </p:sp>
      <p:sp>
        <p:nvSpPr>
          <p:cNvPr id="681" name="Google Shape;681;p42"/>
          <p:cNvSpPr txBox="1"/>
          <p:nvPr/>
        </p:nvSpPr>
        <p:spPr>
          <a:xfrm>
            <a:off x="748875" y="1253000"/>
            <a:ext cx="74604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Behavior Driven Development (BDD)</a:t>
            </a:r>
            <a:endParaRPr sz="21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BDD is a software development approach that focuses on </a:t>
            </a:r>
            <a:r>
              <a:rPr b="1" lang="en" sz="2100"/>
              <a:t>defining the behavior of an application from the user’s perspective</a:t>
            </a:r>
            <a:r>
              <a:rPr lang="en" sz="2100"/>
              <a:t>. It promotes collaboration between developers, testers, and business stakeholders to ensure that the final product meets expected requirements.</a:t>
            </a:r>
            <a:endParaRPr sz="16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3"/>
          <p:cNvSpPr txBox="1"/>
          <p:nvPr>
            <p:ph type="title"/>
          </p:nvPr>
        </p:nvSpPr>
        <p:spPr>
          <a:xfrm>
            <a:off x="2461800" y="485750"/>
            <a:ext cx="6682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Crimson Text"/>
                <a:ea typeface="Crimson Text"/>
                <a:cs typeface="Crimson Text"/>
                <a:sym typeface="Crimson Text"/>
              </a:rPr>
              <a:t>The Testing Pyramid</a:t>
            </a:r>
            <a:r>
              <a:rPr b="1" lang="en" sz="4000">
                <a:latin typeface="Crimson Text"/>
                <a:ea typeface="Crimson Text"/>
                <a:cs typeface="Crimson Text"/>
                <a:sym typeface="Crimson Text"/>
              </a:rPr>
              <a:t> </a:t>
            </a:r>
            <a:endParaRPr b="1" sz="48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687" name="Google Shape;687;p43"/>
          <p:cNvSpPr txBox="1"/>
          <p:nvPr>
            <p:ph idx="2" type="title"/>
          </p:nvPr>
        </p:nvSpPr>
        <p:spPr>
          <a:xfrm>
            <a:off x="1231050" y="444500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04</a:t>
            </a:r>
            <a:endParaRPr sz="7077"/>
          </a:p>
        </p:txBody>
      </p:sp>
      <p:pic>
        <p:nvPicPr>
          <p:cNvPr id="688" name="Google Shape;6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462" y="1942250"/>
            <a:ext cx="4763075" cy="26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4"/>
          <p:cNvSpPr txBox="1"/>
          <p:nvPr>
            <p:ph type="title"/>
          </p:nvPr>
        </p:nvSpPr>
        <p:spPr>
          <a:xfrm>
            <a:off x="340950" y="66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Testing Pyramid–</a:t>
            </a:r>
            <a:r>
              <a:rPr lang="en" sz="2300"/>
              <a:t>Key Layers of Testing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694" name="Google Shape;694;p44"/>
          <p:cNvSpPr txBox="1"/>
          <p:nvPr/>
        </p:nvSpPr>
        <p:spPr>
          <a:xfrm>
            <a:off x="300525" y="1205775"/>
            <a:ext cx="79623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 </a:t>
            </a:r>
            <a:r>
              <a:rPr b="1" lang="en" sz="1800"/>
              <a:t>Testing Pyramid</a:t>
            </a:r>
            <a:r>
              <a:rPr lang="en" sz="1800"/>
              <a:t> is a software testing strategy that recommends how to distribute automated tests across different levels to achieve </a:t>
            </a:r>
            <a:r>
              <a:rPr b="1" lang="en" sz="1800"/>
              <a:t>fast feedback, high confidence, and lower maintenance cost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 idea is simple: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Write many fast, low-cost tests at the bottom.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Write fewer complex, expensive tests at the top.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66666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5"/>
          <p:cNvSpPr txBox="1"/>
          <p:nvPr>
            <p:ph type="title"/>
          </p:nvPr>
        </p:nvSpPr>
        <p:spPr>
          <a:xfrm>
            <a:off x="502325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Testing Pyramid–</a:t>
            </a:r>
            <a:r>
              <a:rPr lang="en" sz="2300"/>
              <a:t>Key Layers of Testing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00" name="Google Shape;700;p45"/>
          <p:cNvSpPr txBox="1"/>
          <p:nvPr/>
        </p:nvSpPr>
        <p:spPr>
          <a:xfrm>
            <a:off x="411025" y="1127075"/>
            <a:ext cx="79623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highlight>
                  <a:srgbClr val="E6B8AF"/>
                </a:highlight>
              </a:rPr>
              <a:t>1. Unit Testing:</a:t>
            </a:r>
            <a:r>
              <a:rPr b="1" lang="en" sz="1700"/>
              <a:t> </a:t>
            </a:r>
            <a:endParaRPr b="1"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test a </a:t>
            </a:r>
            <a:r>
              <a:rPr b="1" lang="en" sz="1700"/>
              <a:t>single functionality</a:t>
            </a:r>
            <a:r>
              <a:rPr lang="en" sz="1700"/>
              <a:t> and small units of code.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For unit testing, </a:t>
            </a:r>
            <a:r>
              <a:rPr b="1" lang="en" sz="1700"/>
              <a:t>isolation</a:t>
            </a:r>
            <a:r>
              <a:rPr lang="en" sz="1700"/>
              <a:t> is the key. Individual function is tested separately </a:t>
            </a:r>
            <a:r>
              <a:rPr b="1" lang="en" sz="1700"/>
              <a:t>without its external dependencies </a:t>
            </a:r>
            <a:r>
              <a:rPr lang="en" sz="1700"/>
              <a:t>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Examples: </a:t>
            </a:r>
            <a:endParaRPr sz="17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700"/>
              <a:t>User authentication methods</a:t>
            </a:r>
            <a:r>
              <a:rPr lang="en" sz="1700"/>
              <a:t>: How does the login system respond to incorrect passwords or usernames? Does the system require the correct credentials?</a:t>
            </a:r>
            <a:endParaRPr sz="17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700"/>
              <a:t>Notification system</a:t>
            </a:r>
            <a:r>
              <a:rPr lang="en" sz="1700"/>
              <a:t>: Does the system provide accurate alerts when errors occur?</a:t>
            </a:r>
            <a:endParaRPr b="1" sz="1500">
              <a:highlight>
                <a:srgbClr val="E6B8AF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6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Testing Pyramid–</a:t>
            </a:r>
            <a:r>
              <a:rPr lang="en" sz="2300"/>
              <a:t>Key Layers of Testing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06" name="Google Shape;706;p46"/>
          <p:cNvSpPr txBox="1"/>
          <p:nvPr/>
        </p:nvSpPr>
        <p:spPr>
          <a:xfrm>
            <a:off x="277350" y="1405100"/>
            <a:ext cx="79623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highlight>
                  <a:srgbClr val="E6B8AF"/>
                </a:highlight>
              </a:rPr>
              <a:t>2</a:t>
            </a:r>
            <a:r>
              <a:rPr b="1" lang="en" sz="1700">
                <a:highlight>
                  <a:srgbClr val="E6B8AF"/>
                </a:highlight>
              </a:rPr>
              <a:t>. Integration Testing/Service testing: </a:t>
            </a:r>
            <a:endParaRPr b="1" sz="1700">
              <a:highlight>
                <a:srgbClr val="E6B8A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highlight>
                <a:srgbClr val="E6B8A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Now that you’ve laid a strong foundation with unit testing, continue with the next phase of </a:t>
            </a:r>
            <a:r>
              <a:rPr b="1" lang="en" sz="1600"/>
              <a:t>integration (or service or component )</a:t>
            </a:r>
            <a:r>
              <a:rPr lang="en" sz="1600"/>
              <a:t> testing , which </a:t>
            </a:r>
            <a:r>
              <a:rPr b="1" lang="en" sz="1600"/>
              <a:t>checks the combination of the components</a:t>
            </a:r>
            <a:r>
              <a:rPr lang="en" sz="1600"/>
              <a:t>. They ensure that the modules, services, and systems will all work together seamlessly , with systems external dependencies.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/>
              <a:t>Examples:</a:t>
            </a:r>
            <a:endParaRPr sz="17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User Permissions:</a:t>
            </a:r>
            <a:r>
              <a:rPr lang="en" sz="1600"/>
              <a:t> Verify that when one user updates data, other authorized users see the updated information.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E-commerce Checkout:</a:t>
            </a:r>
            <a:r>
              <a:rPr lang="en" sz="1600"/>
              <a:t> Verify that login, cart, and payment services work together successfully.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Microservices Communication:</a:t>
            </a:r>
            <a:r>
              <a:rPr lang="en" sz="1600"/>
              <a:t> Verify that one service correctly communicates with other services (e.g., transaction → email).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6B8AF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7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Testing Pyramid–</a:t>
            </a:r>
            <a:r>
              <a:rPr lang="en" sz="2300"/>
              <a:t>Key Layers of Testing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12" name="Google Shape;712;p47"/>
          <p:cNvSpPr txBox="1"/>
          <p:nvPr/>
        </p:nvSpPr>
        <p:spPr>
          <a:xfrm>
            <a:off x="261900" y="1196575"/>
            <a:ext cx="79623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highlight>
                  <a:srgbClr val="E6B8AF"/>
                </a:highlight>
              </a:rPr>
              <a:t>3. End-to-End (E2E) Testing User experience (UI) tests :</a:t>
            </a:r>
            <a:endParaRPr b="1" sz="1800">
              <a:highlight>
                <a:srgbClr val="E6B8A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highlight>
                <a:srgbClr val="E6B8A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End-to-End (E2E) Testing validate</a:t>
            </a:r>
            <a:r>
              <a:rPr lang="en" sz="1600"/>
              <a:t> the application </a:t>
            </a:r>
            <a:r>
              <a:rPr b="1" lang="en" sz="1600"/>
              <a:t>from the user’s perspective.</a:t>
            </a:r>
            <a:r>
              <a:rPr lang="en" sz="1600"/>
              <a:t> These tests i</a:t>
            </a:r>
            <a:r>
              <a:rPr b="1" lang="en" sz="1600"/>
              <a:t>nteract with the fully deployed application</a:t>
            </a:r>
            <a:r>
              <a:rPr lang="en" sz="1600"/>
              <a:t> through its </a:t>
            </a:r>
            <a:r>
              <a:rPr b="1" lang="en" sz="1600"/>
              <a:t>user interface</a:t>
            </a:r>
            <a:r>
              <a:rPr lang="en" sz="1600"/>
              <a:t> to ensure that all integrated components (UI, backend, APIs, and database) work together correctly to deliver the expected user experience.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/>
              <a:t>Examples:</a:t>
            </a:r>
            <a:endParaRPr sz="23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Collaboration features:</a:t>
            </a:r>
            <a:r>
              <a:rPr lang="en" sz="1700"/>
              <a:t> Can team members work together on a project without running into bugs? Simulate different working situations.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Buying a product: </a:t>
            </a:r>
            <a:r>
              <a:rPr lang="en" sz="1700"/>
              <a:t>Simulate someone logging in, browsing, and purchasing a product. </a:t>
            </a:r>
            <a:endParaRPr b="1" sz="2100">
              <a:highlight>
                <a:srgbClr val="E6B8AF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8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Testing Pyramid–</a:t>
            </a:r>
            <a:r>
              <a:rPr lang="en" sz="2300"/>
              <a:t>Key Layers of Testing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718" name="Google Shape;71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100" y="1086400"/>
            <a:ext cx="5097804" cy="390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9"/>
          <p:cNvSpPr txBox="1"/>
          <p:nvPr>
            <p:ph type="title"/>
          </p:nvPr>
        </p:nvSpPr>
        <p:spPr>
          <a:xfrm>
            <a:off x="1609800" y="2205375"/>
            <a:ext cx="6682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Example of </a:t>
            </a: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Testing Tools</a:t>
            </a:r>
            <a:endParaRPr b="1" sz="38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724" name="Google Shape;724;p49"/>
          <p:cNvSpPr txBox="1"/>
          <p:nvPr>
            <p:ph idx="2" type="title"/>
          </p:nvPr>
        </p:nvSpPr>
        <p:spPr>
          <a:xfrm>
            <a:off x="379050" y="2164125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05</a:t>
            </a:r>
            <a:endParaRPr sz="7077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0"/>
          <p:cNvSpPr txBox="1"/>
          <p:nvPr>
            <p:ph type="title"/>
          </p:nvPr>
        </p:nvSpPr>
        <p:spPr>
          <a:xfrm>
            <a:off x="721877" y="1296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Tools of testing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730" name="Google Shape;730;p50"/>
          <p:cNvSpPr txBox="1"/>
          <p:nvPr/>
        </p:nvSpPr>
        <p:spPr>
          <a:xfrm>
            <a:off x="814800" y="810900"/>
            <a:ext cx="7514400" cy="3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Testing Frameworks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Jest</a:t>
            </a:r>
            <a:r>
              <a:rPr lang="en" sz="1500"/>
              <a:t> – </a:t>
            </a:r>
            <a:r>
              <a:rPr lang="en" sz="1500"/>
              <a:t>Unit, integration, and API testing (most popular for Node.js).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Mocha</a:t>
            </a:r>
            <a:r>
              <a:rPr lang="en" sz="1500"/>
              <a:t> – </a:t>
            </a:r>
            <a:r>
              <a:rPr lang="en" sz="1500"/>
              <a:t>Flexible JavaScript testing framework.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TestNG</a:t>
            </a:r>
            <a:r>
              <a:rPr lang="en" sz="1500"/>
              <a:t> – </a:t>
            </a:r>
            <a:r>
              <a:rPr lang="en" sz="1500"/>
              <a:t>Java testing framework for unit and integration tests.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API Testing</a:t>
            </a:r>
            <a:endParaRPr b="1" sz="17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Supertest</a:t>
            </a:r>
            <a:r>
              <a:rPr lang="en" sz="1500"/>
              <a:t> – T</a:t>
            </a:r>
            <a:r>
              <a:rPr lang="en" sz="1500"/>
              <a:t>est Express/NestJS APIs.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Postman</a:t>
            </a:r>
            <a:r>
              <a:rPr lang="en" sz="1500"/>
              <a:t> – Test APIs manually or automate API collections.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CI/CD Automation</a:t>
            </a:r>
            <a:endParaRPr b="1" sz="17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GitHub Actions</a:t>
            </a:r>
            <a:r>
              <a:rPr lang="en" sz="1500"/>
              <a:t> – Automatically runs your tests on every push or pull request.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Jenkins</a:t>
            </a:r>
            <a:r>
              <a:rPr lang="en" sz="1500"/>
              <a:t> – Automates building, testing, and deployment.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1"/>
          <p:cNvSpPr txBox="1"/>
          <p:nvPr>
            <p:ph type="title"/>
          </p:nvPr>
        </p:nvSpPr>
        <p:spPr>
          <a:xfrm>
            <a:off x="735025" y="2028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Tech Time !</a:t>
            </a:r>
            <a:endParaRPr b="1" sz="4400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/>
          <p:nvPr>
            <p:ph type="title"/>
          </p:nvPr>
        </p:nvSpPr>
        <p:spPr>
          <a:xfrm>
            <a:off x="1846275" y="570225"/>
            <a:ext cx="6682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What is Logging &amp; Why?</a:t>
            </a:r>
            <a:endParaRPr b="1" sz="4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741" name="Google Shape;741;p52"/>
          <p:cNvSpPr txBox="1"/>
          <p:nvPr>
            <p:ph idx="2" type="title"/>
          </p:nvPr>
        </p:nvSpPr>
        <p:spPr>
          <a:xfrm>
            <a:off x="918675" y="570225"/>
            <a:ext cx="927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400">
                <a:solidFill>
                  <a:schemeClr val="dk1"/>
                </a:solidFill>
                <a:latin typeface="Crimson Text"/>
                <a:ea typeface="Crimson Text"/>
                <a:cs typeface="Crimson Text"/>
                <a:sym typeface="Crimson Text"/>
              </a:rPr>
              <a:t>06</a:t>
            </a:r>
            <a:endParaRPr b="1" i="0" sz="4400">
              <a:solidFill>
                <a:schemeClr val="dk1"/>
              </a:solidFill>
              <a:latin typeface="Crimson Text"/>
              <a:ea typeface="Crimson Text"/>
              <a:cs typeface="Crimson Text"/>
              <a:sym typeface="Crimson Text"/>
            </a:endParaRPr>
          </a:p>
        </p:txBody>
      </p:sp>
      <p:pic>
        <p:nvPicPr>
          <p:cNvPr id="742" name="Google Shape;742;p52" title="giph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575" y="1665900"/>
            <a:ext cx="4640850" cy="31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3"/>
          <p:cNvSpPr txBox="1"/>
          <p:nvPr>
            <p:ph type="title"/>
          </p:nvPr>
        </p:nvSpPr>
        <p:spPr>
          <a:xfrm>
            <a:off x="720000" y="220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Logging?</a:t>
            </a:r>
            <a:endParaRPr/>
          </a:p>
        </p:txBody>
      </p:sp>
      <p:sp>
        <p:nvSpPr>
          <p:cNvPr id="748" name="Google Shape;748;p53"/>
          <p:cNvSpPr txBox="1"/>
          <p:nvPr>
            <p:ph idx="2" type="subTitle"/>
          </p:nvPr>
        </p:nvSpPr>
        <p:spPr>
          <a:xfrm>
            <a:off x="396925" y="793425"/>
            <a:ext cx="79635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rPr>
              <a:t>Logging : </a:t>
            </a:r>
            <a:endParaRPr b="1" sz="1900">
              <a:solidFill>
                <a:srgbClr val="8520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Logging is the process of automatically recording events that happen while your program is running.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of it as the application writing down everything important it does.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rPr>
              <a:t>Why is it called "Logging"?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word comes from the English word log.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Originally, a logbook was literally a notebook used to record important events in chronological order.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logging literally means: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"Keeping a log (a diary/journal) of everything important that happens."</a:t>
            </a:r>
            <a:endParaRPr b="1" sz="3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4"/>
          <p:cNvSpPr txBox="1"/>
          <p:nvPr>
            <p:ph type="title"/>
          </p:nvPr>
        </p:nvSpPr>
        <p:spPr>
          <a:xfrm>
            <a:off x="720000" y="220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Logging?</a:t>
            </a:r>
            <a:endParaRPr/>
          </a:p>
        </p:txBody>
      </p:sp>
      <p:sp>
        <p:nvSpPr>
          <p:cNvPr id="754" name="Google Shape;754;p54"/>
          <p:cNvSpPr txBox="1"/>
          <p:nvPr>
            <p:ph idx="2" type="subTitle"/>
          </p:nvPr>
        </p:nvSpPr>
        <p:spPr>
          <a:xfrm>
            <a:off x="653275" y="793425"/>
            <a:ext cx="79635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 sz="1900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rPr>
              <a:t>magine you're playing a game. Suddenly the game crashes.</a:t>
            </a:r>
            <a:endParaRPr b="1" sz="1900">
              <a:solidFill>
                <a:srgbClr val="8520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logs: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"It crashed."</a:t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That's all you know.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logs: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Player joined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Loaded map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Connected to database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Spawned enemies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 progress...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ERROR: Database timeout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closed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you know exactly where things went wrong.</a:t>
            </a:r>
            <a:endParaRPr b="1" sz="1900">
              <a:solidFill>
                <a:srgbClr val="8520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5"/>
          <p:cNvSpPr txBox="1"/>
          <p:nvPr>
            <p:ph type="title"/>
          </p:nvPr>
        </p:nvSpPr>
        <p:spPr>
          <a:xfrm>
            <a:off x="720000" y="2207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Logging?</a:t>
            </a:r>
            <a:endParaRPr/>
          </a:p>
        </p:txBody>
      </p:sp>
      <p:sp>
        <p:nvSpPr>
          <p:cNvPr id="760" name="Google Shape;760;p55"/>
          <p:cNvSpPr txBox="1"/>
          <p:nvPr>
            <p:ph idx="2" type="subTitle"/>
          </p:nvPr>
        </p:nvSpPr>
        <p:spPr>
          <a:xfrm>
            <a:off x="396925" y="793425"/>
            <a:ext cx="79635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rPr>
              <a:t>Logging is the process of recording important events that happen inside a running application so developers can monitor, debug, and understand what the system did.</a:t>
            </a:r>
            <a:endParaRPr b="1" sz="2400">
              <a:solidFill>
                <a:srgbClr val="8520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6"/>
          <p:cNvSpPr txBox="1"/>
          <p:nvPr>
            <p:ph type="title"/>
          </p:nvPr>
        </p:nvSpPr>
        <p:spPr>
          <a:xfrm>
            <a:off x="720000" y="427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</a:t>
            </a:r>
            <a:r>
              <a:rPr lang="en"/>
              <a:t>Application Log</a:t>
            </a:r>
            <a:r>
              <a:rPr lang="en"/>
              <a:t>?</a:t>
            </a:r>
            <a:endParaRPr/>
          </a:p>
        </p:txBody>
      </p:sp>
      <p:sp>
        <p:nvSpPr>
          <p:cNvPr id="766" name="Google Shape;766;p56"/>
          <p:cNvSpPr txBox="1"/>
          <p:nvPr>
            <p:ph idx="2" type="subTitle"/>
          </p:nvPr>
        </p:nvSpPr>
        <p:spPr>
          <a:xfrm>
            <a:off x="396925" y="958800"/>
            <a:ext cx="79635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application log is simply the collection of log messages generated by an application while it is running.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b="1" i="1" lang="en" sz="200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Logging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the action of writing records.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b="1" i="1" lang="en" sz="200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200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one individual record.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b="1" i="1" lang="en" sz="200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2000">
                <a:solidFill>
                  <a:srgbClr val="660000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the complete file (or stream) containing all those records.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7"/>
          <p:cNvSpPr txBox="1"/>
          <p:nvPr>
            <p:ph type="title"/>
          </p:nvPr>
        </p:nvSpPr>
        <p:spPr>
          <a:xfrm>
            <a:off x="720000" y="427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Application Log?</a:t>
            </a:r>
            <a:endParaRPr/>
          </a:p>
        </p:txBody>
      </p:sp>
      <p:sp>
        <p:nvSpPr>
          <p:cNvPr id="772" name="Google Shape;772;p57"/>
          <p:cNvSpPr txBox="1"/>
          <p:nvPr>
            <p:ph idx="2" type="subTitle"/>
          </p:nvPr>
        </p:nvSpPr>
        <p:spPr>
          <a:xfrm>
            <a:off x="421750" y="1380550"/>
            <a:ext cx="79635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line is a log message (log entry).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of these lines together form the application log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85500"/>
            <a:ext cx="83439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"/>
          <p:cNvSpPr txBox="1"/>
          <p:nvPr>
            <p:ph type="title"/>
          </p:nvPr>
        </p:nvSpPr>
        <p:spPr>
          <a:xfrm>
            <a:off x="720000" y="427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Application Log?</a:t>
            </a:r>
            <a:endParaRPr/>
          </a:p>
        </p:txBody>
      </p:sp>
      <p:sp>
        <p:nvSpPr>
          <p:cNvPr id="779" name="Google Shape;779;p58"/>
          <p:cNvSpPr txBox="1"/>
          <p:nvPr>
            <p:ph idx="2" type="subTitle"/>
          </p:nvPr>
        </p:nvSpPr>
        <p:spPr>
          <a:xfrm>
            <a:off x="421750" y="1380550"/>
            <a:ext cx="79635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5200C"/>
                </a:solidFill>
                <a:latin typeface="Arial"/>
                <a:ea typeface="Arial"/>
                <a:cs typeface="Arial"/>
                <a:sym typeface="Arial"/>
              </a:rPr>
              <a:t>Why do we say application log?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many things generate logs: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Operating System logs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logs (PostgreSQL, MongoDB)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logs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Kubernetes logs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logs ← the logs generated by your code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9"/>
          <p:cNvSpPr txBox="1"/>
          <p:nvPr>
            <p:ph type="title"/>
          </p:nvPr>
        </p:nvSpPr>
        <p:spPr>
          <a:xfrm>
            <a:off x="720000" y="1027125"/>
            <a:ext cx="7704000" cy="4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it's 3:00 AM, Your backend serves 100,000 users.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Suddenly someone calls you: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website isn't working."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weren't watching the server.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request happened hours ago.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 already closed the browser.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can't attach a debugger.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can't ask the server to replay the request.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only evidence left is the logs.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That's why every production application logs events.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9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Why is Logging important?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0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Why is Logging important?</a:t>
            </a:r>
            <a:endParaRPr/>
          </a:p>
        </p:txBody>
      </p:sp>
      <p:sp>
        <p:nvSpPr>
          <p:cNvPr id="791" name="Google Shape;791;p60"/>
          <p:cNvSpPr txBox="1"/>
          <p:nvPr>
            <p:ph idx="2" type="subTitle"/>
          </p:nvPr>
        </p:nvSpPr>
        <p:spPr>
          <a:xfrm>
            <a:off x="720000" y="1107000"/>
            <a:ext cx="74076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Diagnostics / troubleshooting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pinpoint exactly when and why something failed, especially in production where a debugger can't be attached.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Tracking &amp; correlation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follow a single request or user's journey across multiple services/components, and feed that trail into analytics or monitoring.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Security / Auditing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a durable record of significant, security-relevant events; answers </a:t>
            </a: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"who did what, and when?"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needed for compliance and for investigating incidents after the fact.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highlight>
                  <a:srgbClr val="E6B8AF"/>
                </a:highlight>
                <a:latin typeface="Arial"/>
                <a:ea typeface="Arial"/>
                <a:cs typeface="Arial"/>
                <a:sym typeface="Arial"/>
              </a:rPr>
              <a:t>Performance monitorin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logs of resource usage and response times help confirm a system is healthy, not just that it isn't crashing.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700">
              <a:solidFill>
                <a:srgbClr val="8520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1"/>
          <p:cNvSpPr txBox="1"/>
          <p:nvPr>
            <p:ph type="title"/>
          </p:nvPr>
        </p:nvSpPr>
        <p:spPr>
          <a:xfrm>
            <a:off x="720000" y="361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Why is Logging important?</a:t>
            </a:r>
            <a:endParaRPr/>
          </a:p>
        </p:txBody>
      </p:sp>
      <p:sp>
        <p:nvSpPr>
          <p:cNvPr id="797" name="Google Shape;797;p61"/>
          <p:cNvSpPr txBox="1"/>
          <p:nvPr>
            <p:ph idx="2" type="subTitle"/>
          </p:nvPr>
        </p:nvSpPr>
        <p:spPr>
          <a:xfrm>
            <a:off x="720000" y="1107000"/>
            <a:ext cx="74076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about CCTV cameras.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don't stop crimes.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record what happened so later you can investigate.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Logs are the CCTV cameras of your backend.</a:t>
            </a:r>
            <a:endParaRPr b="1" sz="1700">
              <a:solidFill>
                <a:srgbClr val="000000"/>
              </a:solidFill>
              <a:highlight>
                <a:srgbClr val="E6B8A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61" title="giph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2526250"/>
            <a:ext cx="4572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2"/>
          <p:cNvSpPr txBox="1"/>
          <p:nvPr>
            <p:ph type="title"/>
          </p:nvPr>
        </p:nvSpPr>
        <p:spPr>
          <a:xfrm>
            <a:off x="1846275" y="562525"/>
            <a:ext cx="6682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rimson Text"/>
                <a:ea typeface="Crimson Text"/>
                <a:cs typeface="Crimson Text"/>
                <a:sym typeface="Crimson Text"/>
              </a:rPr>
              <a:t> </a:t>
            </a:r>
            <a:r>
              <a:rPr b="1" lang="en" sz="3000">
                <a:latin typeface="Crimson Text"/>
                <a:ea typeface="Crimson Text"/>
                <a:cs typeface="Crimson Text"/>
                <a:sym typeface="Crimson Text"/>
              </a:rPr>
              <a:t>What Every Program Should Log ? </a:t>
            </a:r>
            <a:r>
              <a:rPr b="1" lang="en" sz="2600">
                <a:latin typeface="Crimson Text"/>
                <a:ea typeface="Crimson Text"/>
                <a:cs typeface="Crimson Text"/>
                <a:sym typeface="Crimson Text"/>
              </a:rPr>
              <a:t> </a:t>
            </a:r>
            <a:endParaRPr b="1" sz="4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804" name="Google Shape;804;p62"/>
          <p:cNvSpPr txBox="1"/>
          <p:nvPr>
            <p:ph idx="2" type="title"/>
          </p:nvPr>
        </p:nvSpPr>
        <p:spPr>
          <a:xfrm>
            <a:off x="615525" y="521275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07</a:t>
            </a:r>
            <a:endParaRPr sz="7077"/>
          </a:p>
        </p:txBody>
      </p:sp>
      <p:pic>
        <p:nvPicPr>
          <p:cNvPr id="805" name="Google Shape;805;p62" title="giph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7038" y="1706125"/>
            <a:ext cx="4689925" cy="32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3"/>
          <p:cNvSpPr txBox="1"/>
          <p:nvPr>
            <p:ph type="title"/>
          </p:nvPr>
        </p:nvSpPr>
        <p:spPr>
          <a:xfrm>
            <a:off x="628325" y="317625"/>
            <a:ext cx="67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 </a:t>
            </a:r>
            <a:r>
              <a:rPr lang="en"/>
              <a:t>What Every Program Should Log ? </a:t>
            </a:r>
            <a:r>
              <a:rPr lang="en" sz="2600"/>
              <a:t> </a:t>
            </a:r>
            <a:endParaRPr sz="2600"/>
          </a:p>
        </p:txBody>
      </p:sp>
      <p:sp>
        <p:nvSpPr>
          <p:cNvPr id="811" name="Google Shape;811;p63"/>
          <p:cNvSpPr txBox="1"/>
          <p:nvPr/>
        </p:nvSpPr>
        <p:spPr>
          <a:xfrm>
            <a:off x="810900" y="1258825"/>
            <a:ext cx="68580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6B8AF"/>
                </a:highlight>
              </a:rPr>
              <a:t>Authentication &amp; authorization</a:t>
            </a:r>
            <a:r>
              <a:rPr lang="en" sz="1800"/>
              <a:t> — logins, logouts, failed login attempts, permission checks.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6B8AF"/>
                </a:highlight>
              </a:rPr>
              <a:t>Changes</a:t>
            </a:r>
            <a:r>
              <a:rPr lang="en" sz="1800"/>
              <a:t> — creation, updates, deletion of important data (who </a:t>
            </a:r>
            <a:r>
              <a:rPr lang="en" sz="1800"/>
              <a:t>changed what).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6B8AF"/>
                </a:highlight>
              </a:rPr>
              <a:t>Availability</a:t>
            </a:r>
            <a:r>
              <a:rPr lang="en" sz="1800"/>
              <a:t> — application start-up, shutdown, restarts, health-check failures.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6B8AF"/>
                </a:highlight>
              </a:rPr>
              <a:t>Resources</a:t>
            </a:r>
            <a:r>
              <a:rPr lang="en" sz="1800"/>
              <a:t> — database connections opened/closed, connection pool exhaustion, external API call failures.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E6B8AF"/>
                </a:highlight>
              </a:rPr>
              <a:t>Threats / security</a:t>
            </a:r>
            <a:r>
              <a:rPr lang="en" sz="1800"/>
              <a:t> — suspicious activity: repeated failed logins, malformed requests, rate-limit violations.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4"/>
          <p:cNvSpPr txBox="1"/>
          <p:nvPr>
            <p:ph type="title"/>
          </p:nvPr>
        </p:nvSpPr>
        <p:spPr>
          <a:xfrm>
            <a:off x="1312750" y="726625"/>
            <a:ext cx="6871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Crimson Text"/>
                <a:ea typeface="Crimson Text"/>
                <a:cs typeface="Crimson Text"/>
                <a:sym typeface="Crimson Text"/>
              </a:rPr>
              <a:t>The Core Components of a Log Message</a:t>
            </a:r>
            <a:endParaRPr b="1" sz="45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817" name="Google Shape;817;p64"/>
          <p:cNvSpPr txBox="1"/>
          <p:nvPr>
            <p:ph idx="2" type="title"/>
          </p:nvPr>
        </p:nvSpPr>
        <p:spPr>
          <a:xfrm>
            <a:off x="271575" y="685375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7077"/>
              <a:t>08</a:t>
            </a:r>
            <a:endParaRPr sz="7077"/>
          </a:p>
        </p:txBody>
      </p:sp>
      <p:pic>
        <p:nvPicPr>
          <p:cNvPr id="818" name="Google Shape;818;p64" title="parts-if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075" y="1870225"/>
            <a:ext cx="4885853" cy="28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88" y="98675"/>
            <a:ext cx="7926425" cy="487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6"/>
          <p:cNvSpPr txBox="1"/>
          <p:nvPr>
            <p:ph type="title"/>
          </p:nvPr>
        </p:nvSpPr>
        <p:spPr>
          <a:xfrm>
            <a:off x="628325" y="317625"/>
            <a:ext cx="67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Core Components of a Log Message</a:t>
            </a:r>
            <a:endParaRPr sz="2600"/>
          </a:p>
        </p:txBody>
      </p:sp>
      <p:sp>
        <p:nvSpPr>
          <p:cNvPr id="829" name="Google Shape;829;p66"/>
          <p:cNvSpPr txBox="1"/>
          <p:nvPr/>
        </p:nvSpPr>
        <p:spPr>
          <a:xfrm>
            <a:off x="810900" y="1258825"/>
            <a:ext cx="68580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85200C"/>
                </a:solidFill>
              </a:rPr>
              <a:t>Context information</a:t>
            </a:r>
            <a:r>
              <a:rPr lang="en" sz="1900"/>
              <a:t> — background detail that gives insight into the state of the app at the time of the message (e.g., request ID, user ID, module name) — an informative message that actually expresses what happened, not vague noise.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85200C"/>
                </a:solidFill>
              </a:rPr>
              <a:t>Timestamps</a:t>
            </a:r>
            <a:r>
              <a:rPr lang="en" sz="1900"/>
              <a:t> — a specific piece of contextual information needed for tracking and correlating issues over time.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85200C"/>
                </a:solidFill>
              </a:rPr>
              <a:t>Log levels</a:t>
            </a:r>
            <a:r>
              <a:rPr lang="en" sz="1900"/>
              <a:t> — labels that convey how important/severe an entry is, so entries can be filtered by seriousness.</a:t>
            </a:r>
            <a:endParaRPr b="1" sz="2600">
              <a:highlight>
                <a:srgbClr val="E6B8A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7"/>
          <p:cNvSpPr txBox="1"/>
          <p:nvPr>
            <p:ph type="title"/>
          </p:nvPr>
        </p:nvSpPr>
        <p:spPr>
          <a:xfrm>
            <a:off x="1625150" y="2020575"/>
            <a:ext cx="6682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Crimson Text"/>
                <a:ea typeface="Crimson Text"/>
                <a:cs typeface="Crimson Text"/>
                <a:sym typeface="Crimson Text"/>
              </a:rPr>
              <a:t>Log Levels &amp; Logging Ideals</a:t>
            </a:r>
            <a:endParaRPr b="1" sz="5400"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835" name="Google Shape;835;p67"/>
          <p:cNvSpPr txBox="1"/>
          <p:nvPr>
            <p:ph idx="2" type="title"/>
          </p:nvPr>
        </p:nvSpPr>
        <p:spPr>
          <a:xfrm>
            <a:off x="394400" y="1979325"/>
            <a:ext cx="19488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7850" lIns="107850" spcFirstLastPara="1" rIns="107850" wrap="square" tIns="10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77"/>
              <a:buFont typeface="Arial"/>
              <a:buNone/>
            </a:pPr>
            <a:r>
              <a:rPr lang="en" sz="6177"/>
              <a:t>09</a:t>
            </a:r>
            <a:endParaRPr sz="6177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8"/>
          <p:cNvSpPr txBox="1"/>
          <p:nvPr>
            <p:ph type="title"/>
          </p:nvPr>
        </p:nvSpPr>
        <p:spPr>
          <a:xfrm>
            <a:off x="747625" y="456800"/>
            <a:ext cx="67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Log Levels </a:t>
            </a:r>
            <a:endParaRPr sz="2600"/>
          </a:p>
        </p:txBody>
      </p:sp>
      <p:sp>
        <p:nvSpPr>
          <p:cNvPr id="841" name="Google Shape;841;p68"/>
          <p:cNvSpPr txBox="1"/>
          <p:nvPr/>
        </p:nvSpPr>
        <p:spPr>
          <a:xfrm>
            <a:off x="747625" y="1112025"/>
            <a:ext cx="74877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</a:t>
            </a:r>
            <a:r>
              <a:rPr b="1" lang="en" sz="1800"/>
              <a:t>log level</a:t>
            </a:r>
            <a:r>
              <a:rPr lang="en" sz="1800"/>
              <a:t> or </a:t>
            </a:r>
            <a:r>
              <a:rPr b="1" lang="en" sz="1800"/>
              <a:t>log severity</a:t>
            </a:r>
            <a:r>
              <a:rPr lang="en" sz="1800"/>
              <a:t> is a piece of information telling how important a given log message is. 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is a simple, yet very powerful way of distinguishing log events from each other.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can think of the log levels as a </a:t>
            </a:r>
            <a:r>
              <a:rPr b="1" lang="en" sz="1800"/>
              <a:t>way to filter</a:t>
            </a:r>
            <a:r>
              <a:rPr lang="en" sz="1800"/>
              <a:t> the critical information about your system state and the one that is purely informative. 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log levels can help to reduce the </a:t>
            </a:r>
            <a:r>
              <a:rPr b="1" lang="en" sz="1800"/>
              <a:t>information noise and alert fatigue</a:t>
            </a:r>
            <a:r>
              <a:rPr lang="en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9"/>
          <p:cNvSpPr txBox="1"/>
          <p:nvPr>
            <p:ph type="title"/>
          </p:nvPr>
        </p:nvSpPr>
        <p:spPr>
          <a:xfrm>
            <a:off x="807275" y="324250"/>
            <a:ext cx="67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Log Levels in Wiston</a:t>
            </a:r>
            <a:endParaRPr sz="2600"/>
          </a:p>
        </p:txBody>
      </p:sp>
      <p:pic>
        <p:nvPicPr>
          <p:cNvPr id="847" name="Google Shape;84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575" y="989075"/>
            <a:ext cx="7227131" cy="394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0"/>
          <p:cNvSpPr txBox="1"/>
          <p:nvPr>
            <p:ph type="title"/>
          </p:nvPr>
        </p:nvSpPr>
        <p:spPr>
          <a:xfrm>
            <a:off x="822625" y="70925"/>
            <a:ext cx="67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Log Levels in Wiston</a:t>
            </a:r>
            <a:endParaRPr sz="2600"/>
          </a:p>
        </p:txBody>
      </p:sp>
      <p:graphicFrame>
        <p:nvGraphicFramePr>
          <p:cNvPr id="853" name="Google Shape;853;p70"/>
          <p:cNvGraphicFramePr/>
          <p:nvPr/>
        </p:nvGraphicFramePr>
        <p:xfrm>
          <a:off x="122875" y="72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{AF664291-4944-44C8-A276-B71662683C48}</a:tableStyleId>
              </a:tblPr>
              <a:tblGrid>
                <a:gridCol w="1067600"/>
                <a:gridCol w="2337150"/>
                <a:gridCol w="3087350"/>
                <a:gridCol w="2337150"/>
              </a:tblGrid>
              <a:tr h="35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Level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Meaning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When to Use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Example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9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TRACE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Extremely detailed execution flow.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Deep troubleshooting and tracing every step of execution. Rarely enabled in production.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Entering a function, every loop iteration, method calls.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DEBUG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Detailed information for developers.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Debugging issues during development. Usually disabled in production.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Database query executed, cache miss, variable values.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INFO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Normal application events.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Record expected application behavior.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Server started, user logged in, request completed.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9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WARN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Something unexpected happened, but the application can continue.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Situations that may require attention later.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Invalid input, failed login attempt, deprecated API used.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9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ERROR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An operation failed, but the application is still running.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Recoverable failures affecting a request or operation.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Database connection failed, payment API failed, file upload failed.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FATAL / CRITICAL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severe error that prevents the application from continuing.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Unrecoverable failures that terminate the application.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Application crash, startup failure, out-of-memory error.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/>
          <p:nvPr/>
        </p:nvSpPr>
        <p:spPr>
          <a:xfrm>
            <a:off x="7202550" y="3208475"/>
            <a:ext cx="3084300" cy="19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9" name="Google Shape;859;p71"/>
          <p:cNvSpPr txBox="1"/>
          <p:nvPr>
            <p:ph type="title"/>
          </p:nvPr>
        </p:nvSpPr>
        <p:spPr>
          <a:xfrm>
            <a:off x="602425" y="169275"/>
            <a:ext cx="59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Logging Ideals (Checklist)</a:t>
            </a:r>
            <a:endParaRPr sz="3300"/>
          </a:p>
        </p:txBody>
      </p:sp>
      <p:sp>
        <p:nvSpPr>
          <p:cNvPr id="860" name="Google Shape;860;p71"/>
          <p:cNvSpPr txBox="1"/>
          <p:nvPr/>
        </p:nvSpPr>
        <p:spPr>
          <a:xfrm>
            <a:off x="534400" y="1100200"/>
            <a:ext cx="8934600" cy="3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1. Assign a Unique Request ID</a:t>
            </a:r>
            <a:endParaRPr b="1"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o</a:t>
            </a:r>
            <a:r>
              <a:rPr lang="en" sz="1500"/>
              <a:t>r other non-sensitive identifiers, and redact sensitive data whenever possible.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2. Use Structured Logs</a:t>
            </a:r>
            <a:endParaRPr b="1"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Store logs in a structured format (e.g., </a:t>
            </a:r>
            <a:r>
              <a:rPr b="1" lang="en" sz="1500"/>
              <a:t>JSON</a:t>
            </a:r>
            <a:r>
              <a:rPr lang="en" sz="1500"/>
              <a:t>) instead of plain text. 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Structured logs are easier to search, filter, and analyze using logging tools.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3. Use Consistent Log Levels</a:t>
            </a:r>
            <a:endParaRPr b="1" sz="17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Every log entry should include a severity level (e.g., </a:t>
            </a:r>
            <a:r>
              <a:rPr b="1" lang="en" sz="1500"/>
              <a:t>DEBUG, INFO, WARN, ERROR</a:t>
            </a:r>
            <a:r>
              <a:rPr lang="en" sz="1500"/>
              <a:t>).</a:t>
            </a:r>
            <a:endParaRPr sz="15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Consistent levels allow developers to quickly filter logs and focus on the most important issues.</a:t>
            </a:r>
            <a:endParaRPr sz="15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2"/>
          <p:cNvSpPr txBox="1"/>
          <p:nvPr>
            <p:ph type="title"/>
          </p:nvPr>
        </p:nvSpPr>
        <p:spPr>
          <a:xfrm>
            <a:off x="602425" y="169275"/>
            <a:ext cx="59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Logging Ideals (Checklist)</a:t>
            </a:r>
            <a:endParaRPr sz="3300"/>
          </a:p>
        </p:txBody>
      </p:sp>
      <p:sp>
        <p:nvSpPr>
          <p:cNvPr id="866" name="Google Shape;866;p72"/>
          <p:cNvSpPr txBox="1"/>
          <p:nvPr/>
        </p:nvSpPr>
        <p:spPr>
          <a:xfrm>
            <a:off x="671925" y="1034875"/>
            <a:ext cx="7661100" cy="4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900"/>
              <a:t>4. Never Log Sensitive Information (PII)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Avoid logging personally identifiable information such as passwords, emails, phone numbers, or credit card details. Prefer logging user IDs or other non-sensitive identifiers, and redact sensitive data whenever possible.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900"/>
              <a:t>5. Log with Context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Include useful context with every log, such as </a:t>
            </a:r>
            <a:r>
              <a:rPr b="1" lang="en" sz="1700"/>
              <a:t>Request ID, User ID, Route, IP Address, or Service Name.</a:t>
            </a:r>
            <a:r>
              <a:rPr lang="en" sz="1700"/>
              <a:t> Context makes logs much easier to understand and greatly simplifies debugging.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3"/>
          <p:cNvSpPr txBox="1"/>
          <p:nvPr>
            <p:ph type="title"/>
          </p:nvPr>
        </p:nvSpPr>
        <p:spPr>
          <a:xfrm>
            <a:off x="720000" y="2193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800"/>
              <a:t>I already have console.log(). </a:t>
            </a:r>
            <a:endParaRPr sz="3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800"/>
              <a:t>Why do I need logging?</a:t>
            </a:r>
            <a:endParaRPr sz="3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4"/>
          <p:cNvSpPr txBox="1"/>
          <p:nvPr>
            <p:ph type="title"/>
          </p:nvPr>
        </p:nvSpPr>
        <p:spPr>
          <a:xfrm>
            <a:off x="879800" y="169275"/>
            <a:ext cx="59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Just use </a:t>
            </a:r>
            <a:r>
              <a:rPr lang="en">
                <a:solidFill>
                  <a:srgbClr val="6AA84F"/>
                </a:solidFill>
              </a:rPr>
              <a:t>console.log</a:t>
            </a:r>
            <a:r>
              <a:rPr lang="en"/>
              <a:t>?</a:t>
            </a:r>
            <a:endParaRPr sz="3300"/>
          </a:p>
        </p:txBody>
      </p:sp>
      <p:sp>
        <p:nvSpPr>
          <p:cNvPr id="877" name="Google Shape;877;p74"/>
          <p:cNvSpPr txBox="1"/>
          <p:nvPr/>
        </p:nvSpPr>
        <p:spPr>
          <a:xfrm>
            <a:off x="621375" y="904150"/>
            <a:ext cx="8067000" cy="3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console.log</a:t>
            </a:r>
            <a:r>
              <a:rPr lang="en" sz="1600"/>
              <a:t> doesn't scale for a real backend: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 levels</a:t>
            </a:r>
            <a:r>
              <a:rPr lang="en" sz="1600"/>
              <a:t> — everything prints the same way; there's no way to filter "just show me errors" in production.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 structure</a:t>
            </a:r>
            <a:r>
              <a:rPr lang="en" sz="1600"/>
              <a:t> — output is plain text, hard to search, filter, or feed into a monitoring tool.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 destinations</a:t>
            </a:r>
            <a:r>
              <a:rPr lang="en" sz="1600"/>
              <a:t> — can't easily also write to a file, a database, or a remote log-collection service at the same time.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Performance under volume</a:t>
            </a:r>
            <a:r>
              <a:rPr lang="en" sz="1600"/>
              <a:t> — logging heavy traffic (1,000+ records) directly and synchronously can slow the whole application down. A proper logging library batches, buffers, and streams log writes in smaller, manageable </a:t>
            </a:r>
            <a:r>
              <a:rPr lang="en" sz="1600"/>
              <a:t>chunks</a:t>
            </a:r>
            <a:r>
              <a:rPr lang="en" sz="1600"/>
              <a:t> instead of blocking the main thread on every single write.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 safety net for errors</a:t>
            </a:r>
            <a:r>
              <a:rPr lang="en" sz="1600"/>
              <a:t> — logging a raw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n" sz="1600"/>
              <a:t> object with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console.log</a:t>
            </a:r>
            <a:r>
              <a:rPr lang="en" sz="1600"/>
              <a:t> often loses the stack trace and structured detail needed to actually debug it.</a:t>
            </a:r>
            <a:endParaRPr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5"/>
          <p:cNvSpPr txBox="1"/>
          <p:nvPr>
            <p:ph type="title"/>
          </p:nvPr>
        </p:nvSpPr>
        <p:spPr>
          <a:xfrm>
            <a:off x="735025" y="2028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Tech Time !</a:t>
            </a:r>
            <a:endParaRPr b="1" sz="4400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6"/>
          <p:cNvSpPr txBox="1"/>
          <p:nvPr>
            <p:ph type="title"/>
          </p:nvPr>
        </p:nvSpPr>
        <p:spPr>
          <a:xfrm>
            <a:off x="735025" y="2028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Lets Kahoot  !</a:t>
            </a:r>
            <a:endParaRPr b="1" sz="4400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7"/>
          <p:cNvSpPr txBox="1"/>
          <p:nvPr>
            <p:ph type="title"/>
          </p:nvPr>
        </p:nvSpPr>
        <p:spPr>
          <a:xfrm>
            <a:off x="735025" y="2028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4400">
                <a:latin typeface="Crimson Text"/>
                <a:ea typeface="Crimson Text"/>
                <a:cs typeface="Crimson Text"/>
                <a:sym typeface="Crimson Text"/>
              </a:rPr>
              <a:t>Thank You !</a:t>
            </a:r>
            <a:endParaRPr b="1" sz="4400">
              <a:latin typeface="Crimson Text"/>
              <a:ea typeface="Crimson Text"/>
              <a:cs typeface="Crimson Text"/>
              <a:sym typeface="Crimson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nston Churchill History Lesson for Middle School by Slidesgo">
  <a:themeElements>
    <a:clrScheme name="Simple Light">
      <a:dk1>
        <a:srgbClr val="27170A"/>
      </a:dk1>
      <a:lt1>
        <a:srgbClr val="EFE9DC"/>
      </a:lt1>
      <a:dk2>
        <a:srgbClr val="5A4226"/>
      </a:dk2>
      <a:lt2>
        <a:srgbClr val="8B7C5D"/>
      </a:lt2>
      <a:accent1>
        <a:srgbClr val="A59B9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17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